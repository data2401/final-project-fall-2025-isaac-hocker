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0.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72.xml"/>
  <Override ContentType="application/vnd.openxmlformats-officedocument.presentationml.slideLayout+xml" PartName="/ppt/slideLayouts/slideLayout49.xml"/>
  <Override ContentType="application/vnd.openxmlformats-officedocument.presentationml.slideLayout+xml" PartName="/ppt/slideLayouts/slideLayout7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83.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68.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77.xml"/>
  <Override ContentType="application/vnd.openxmlformats-officedocument.presentationml.slideLayout+xml" PartName="/ppt/slideLayouts/slideLayout82.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32" r:id="rId4"/>
    <p:sldMasterId id="2147483733"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y="5143500" cx="9144000"/>
  <p:notesSz cx="6858000" cy="9144000"/>
  <p:embeddedFontLst>
    <p:embeddedFont>
      <p:font typeface="Inter"/>
      <p:regular r:id="rId21"/>
      <p:bold r:id="rId22"/>
      <p:italic r:id="rId23"/>
      <p:boldItalic r:id="rId24"/>
    </p:embeddedFont>
    <p:embeddedFont>
      <p:font typeface="Urbanist Medium"/>
      <p:regular r:id="rId25"/>
      <p:bold r:id="rId26"/>
      <p:italic r:id="rId27"/>
      <p:boldItalic r:id="rId28"/>
    </p:embeddedFont>
    <p:embeddedFont>
      <p:font typeface="Urbanist SemiBold"/>
      <p:regular r:id="rId29"/>
      <p:bold r:id="rId30"/>
      <p:italic r:id="rId31"/>
      <p:boldItalic r:id="rId32"/>
    </p:embeddedFont>
    <p:embeddedFont>
      <p:font typeface="Urbanist"/>
      <p:regular r:id="rId33"/>
      <p:bold r:id="rId34"/>
      <p:italic r:id="rId35"/>
      <p:boldItalic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font" Target="fonts/Inter-bold.fntdata"/><Relationship Id="rId21" Type="http://schemas.openxmlformats.org/officeDocument/2006/relationships/font" Target="fonts/Inter-regular.fntdata"/><Relationship Id="rId24" Type="http://schemas.openxmlformats.org/officeDocument/2006/relationships/font" Target="fonts/Inter-boldItalic.fntdata"/><Relationship Id="rId23" Type="http://schemas.openxmlformats.org/officeDocument/2006/relationships/font" Target="fonts/Inter-italic.fntdata"/><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UrbanistMedium-bold.fntdata"/><Relationship Id="rId25" Type="http://schemas.openxmlformats.org/officeDocument/2006/relationships/font" Target="fonts/UrbanistMedium-regular.fntdata"/><Relationship Id="rId28" Type="http://schemas.openxmlformats.org/officeDocument/2006/relationships/font" Target="fonts/UrbanistMedium-boldItalic.fntdata"/><Relationship Id="rId27" Type="http://schemas.openxmlformats.org/officeDocument/2006/relationships/font" Target="fonts/UrbanistMedium-italic.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UrbanistSemiBold-regular.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UrbanistSemiBold-italic.fntdata"/><Relationship Id="rId30" Type="http://schemas.openxmlformats.org/officeDocument/2006/relationships/font" Target="fonts/UrbanistSemiBold-bold.fntdata"/><Relationship Id="rId11" Type="http://schemas.openxmlformats.org/officeDocument/2006/relationships/slide" Target="slides/slide5.xml"/><Relationship Id="rId33" Type="http://schemas.openxmlformats.org/officeDocument/2006/relationships/font" Target="fonts/Urbanist-regular.fntdata"/><Relationship Id="rId10" Type="http://schemas.openxmlformats.org/officeDocument/2006/relationships/slide" Target="slides/slide4.xml"/><Relationship Id="rId32" Type="http://schemas.openxmlformats.org/officeDocument/2006/relationships/font" Target="fonts/UrbanistSemiBold-boldItalic.fntdata"/><Relationship Id="rId13" Type="http://schemas.openxmlformats.org/officeDocument/2006/relationships/slide" Target="slides/slide7.xml"/><Relationship Id="rId35" Type="http://schemas.openxmlformats.org/officeDocument/2006/relationships/font" Target="fonts/Urbanist-italic.fntdata"/><Relationship Id="rId12" Type="http://schemas.openxmlformats.org/officeDocument/2006/relationships/slide" Target="slides/slide6.xml"/><Relationship Id="rId34" Type="http://schemas.openxmlformats.org/officeDocument/2006/relationships/font" Target="fonts/Urbanist-bold.fntdata"/><Relationship Id="rId15" Type="http://schemas.openxmlformats.org/officeDocument/2006/relationships/slide" Target="slides/slide9.xml"/><Relationship Id="rId14" Type="http://schemas.openxmlformats.org/officeDocument/2006/relationships/slide" Target="slides/slide8.xml"/><Relationship Id="rId36" Type="http://schemas.openxmlformats.org/officeDocument/2006/relationships/font" Target="fonts/Urbanist-bold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5" name="Shape 785"/>
        <p:cNvGrpSpPr/>
        <p:nvPr/>
      </p:nvGrpSpPr>
      <p:grpSpPr>
        <a:xfrm>
          <a:off x="0" y="0"/>
          <a:ext cx="0" cy="0"/>
          <a:chOff x="0" y="0"/>
          <a:chExt cx="0" cy="0"/>
        </a:xfrm>
      </p:grpSpPr>
      <p:sp>
        <p:nvSpPr>
          <p:cNvPr id="786" name="Google Shape;786;g3ae91d84eef_0_3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7" name="Google Shape;787;g3ae91d84eef_0_3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9" name="Shape 799"/>
        <p:cNvGrpSpPr/>
        <p:nvPr/>
      </p:nvGrpSpPr>
      <p:grpSpPr>
        <a:xfrm>
          <a:off x="0" y="0"/>
          <a:ext cx="0" cy="0"/>
          <a:chOff x="0" y="0"/>
          <a:chExt cx="0" cy="0"/>
        </a:xfrm>
      </p:grpSpPr>
      <p:sp>
        <p:nvSpPr>
          <p:cNvPr id="800" name="Google Shape;800;g3ae91d84eef_0_8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1" name="Google Shape;801;g3ae91d84eef_0_8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5" name="Shape 855"/>
        <p:cNvGrpSpPr/>
        <p:nvPr/>
      </p:nvGrpSpPr>
      <p:grpSpPr>
        <a:xfrm>
          <a:off x="0" y="0"/>
          <a:ext cx="0" cy="0"/>
          <a:chOff x="0" y="0"/>
          <a:chExt cx="0" cy="0"/>
        </a:xfrm>
      </p:grpSpPr>
      <p:sp>
        <p:nvSpPr>
          <p:cNvPr id="856" name="Google Shape;856;g3ae91d84eef_0_9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7" name="Google Shape;857;g3ae91d84eef_0_9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3" name="Shape 863"/>
        <p:cNvGrpSpPr/>
        <p:nvPr/>
      </p:nvGrpSpPr>
      <p:grpSpPr>
        <a:xfrm>
          <a:off x="0" y="0"/>
          <a:ext cx="0" cy="0"/>
          <a:chOff x="0" y="0"/>
          <a:chExt cx="0" cy="0"/>
        </a:xfrm>
      </p:grpSpPr>
      <p:sp>
        <p:nvSpPr>
          <p:cNvPr id="864" name="Google Shape;864;g3ae91d84eef_0_9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5" name="Google Shape;865;g3ae91d84eef_0_9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2" name="Shape 872"/>
        <p:cNvGrpSpPr/>
        <p:nvPr/>
      </p:nvGrpSpPr>
      <p:grpSpPr>
        <a:xfrm>
          <a:off x="0" y="0"/>
          <a:ext cx="0" cy="0"/>
          <a:chOff x="0" y="0"/>
          <a:chExt cx="0" cy="0"/>
        </a:xfrm>
      </p:grpSpPr>
      <p:sp>
        <p:nvSpPr>
          <p:cNvPr id="873" name="Google Shape;873;g3ae91d84eef_0_9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4" name="Google Shape;874;g3ae91d84eef_0_9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2" name="Shape 882"/>
        <p:cNvGrpSpPr/>
        <p:nvPr/>
      </p:nvGrpSpPr>
      <p:grpSpPr>
        <a:xfrm>
          <a:off x="0" y="0"/>
          <a:ext cx="0" cy="0"/>
          <a:chOff x="0" y="0"/>
          <a:chExt cx="0" cy="0"/>
        </a:xfrm>
      </p:grpSpPr>
      <p:sp>
        <p:nvSpPr>
          <p:cNvPr id="883" name="Google Shape;883;g3ae91d84eef_0_9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4" name="Google Shape;884;g3ae91d84eef_0_9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0" name="Shape 890"/>
        <p:cNvGrpSpPr/>
        <p:nvPr/>
      </p:nvGrpSpPr>
      <p:grpSpPr>
        <a:xfrm>
          <a:off x="0" y="0"/>
          <a:ext cx="0" cy="0"/>
          <a:chOff x="0" y="0"/>
          <a:chExt cx="0" cy="0"/>
        </a:xfrm>
      </p:grpSpPr>
      <p:sp>
        <p:nvSpPr>
          <p:cNvPr id="891" name="Google Shape;891;g3ae91d84eef_0_9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2" name="Google Shape;892;g3ae91d84eef_0_9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8" name="Shape 898"/>
        <p:cNvGrpSpPr/>
        <p:nvPr/>
      </p:nvGrpSpPr>
      <p:grpSpPr>
        <a:xfrm>
          <a:off x="0" y="0"/>
          <a:ext cx="0" cy="0"/>
          <a:chOff x="0" y="0"/>
          <a:chExt cx="0" cy="0"/>
        </a:xfrm>
      </p:grpSpPr>
      <p:sp>
        <p:nvSpPr>
          <p:cNvPr id="899" name="Google Shape;899;g3ae91d84eef_0_10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0" name="Google Shape;900;g3ae91d84eef_0_10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6" name="Shape 906"/>
        <p:cNvGrpSpPr/>
        <p:nvPr/>
      </p:nvGrpSpPr>
      <p:grpSpPr>
        <a:xfrm>
          <a:off x="0" y="0"/>
          <a:ext cx="0" cy="0"/>
          <a:chOff x="0" y="0"/>
          <a:chExt cx="0" cy="0"/>
        </a:xfrm>
      </p:grpSpPr>
      <p:sp>
        <p:nvSpPr>
          <p:cNvPr id="907" name="Google Shape;907;g3ae91d84eef_0_10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8" name="Google Shape;908;g3ae91d84eef_0_10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4" name="Shape 914"/>
        <p:cNvGrpSpPr/>
        <p:nvPr/>
      </p:nvGrpSpPr>
      <p:grpSpPr>
        <a:xfrm>
          <a:off x="0" y="0"/>
          <a:ext cx="0" cy="0"/>
          <a:chOff x="0" y="0"/>
          <a:chExt cx="0" cy="0"/>
        </a:xfrm>
      </p:grpSpPr>
      <p:sp>
        <p:nvSpPr>
          <p:cNvPr id="915" name="Google Shape;915;g3ae91d84eef_0_10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6" name="Google Shape;916;g3ae91d84eef_0_10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2" name="Shape 922"/>
        <p:cNvGrpSpPr/>
        <p:nvPr/>
      </p:nvGrpSpPr>
      <p:grpSpPr>
        <a:xfrm>
          <a:off x="0" y="0"/>
          <a:ext cx="0" cy="0"/>
          <a:chOff x="0" y="0"/>
          <a:chExt cx="0" cy="0"/>
        </a:xfrm>
      </p:grpSpPr>
      <p:sp>
        <p:nvSpPr>
          <p:cNvPr id="923" name="Google Shape;923;g3ae91d84eef_0_10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4" name="Google Shape;924;g3ae91d84eef_0_10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0" name="Shape 930"/>
        <p:cNvGrpSpPr/>
        <p:nvPr/>
      </p:nvGrpSpPr>
      <p:grpSpPr>
        <a:xfrm>
          <a:off x="0" y="0"/>
          <a:ext cx="0" cy="0"/>
          <a:chOff x="0" y="0"/>
          <a:chExt cx="0" cy="0"/>
        </a:xfrm>
      </p:grpSpPr>
      <p:sp>
        <p:nvSpPr>
          <p:cNvPr id="931" name="Google Shape;931;g3ae91d84eef_0_10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2" name="Google Shape;932;g3ae91d84eef_0_10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7" name="Shape 937"/>
        <p:cNvGrpSpPr/>
        <p:nvPr/>
      </p:nvGrpSpPr>
      <p:grpSpPr>
        <a:xfrm>
          <a:off x="0" y="0"/>
          <a:ext cx="0" cy="0"/>
          <a:chOff x="0" y="0"/>
          <a:chExt cx="0" cy="0"/>
        </a:xfrm>
      </p:grpSpPr>
      <p:sp>
        <p:nvSpPr>
          <p:cNvPr id="938" name="Google Shape;938;g3ae91d84eef_0_10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9" name="Google Shape;939;g3ae91d84eef_0_10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4" name="Shape 944"/>
        <p:cNvGrpSpPr/>
        <p:nvPr/>
      </p:nvGrpSpPr>
      <p:grpSpPr>
        <a:xfrm>
          <a:off x="0" y="0"/>
          <a:ext cx="0" cy="0"/>
          <a:chOff x="0" y="0"/>
          <a:chExt cx="0" cy="0"/>
        </a:xfrm>
      </p:grpSpPr>
      <p:sp>
        <p:nvSpPr>
          <p:cNvPr id="945" name="Google Shape;945;g3ae91d84eef_0_10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6" name="Google Shape;946;g3ae91d84eef_0_10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1">
  <p:cSld name="BLANK_1_1">
    <p:spTree>
      <p:nvGrpSpPr>
        <p:cNvPr id="13" name="Shape 13"/>
        <p:cNvGrpSpPr/>
        <p:nvPr/>
      </p:nvGrpSpPr>
      <p:grpSpPr>
        <a:xfrm>
          <a:off x="0" y="0"/>
          <a:ext cx="0" cy="0"/>
          <a:chOff x="0" y="0"/>
          <a:chExt cx="0" cy="0"/>
        </a:xfrm>
      </p:grpSpPr>
      <p:sp>
        <p:nvSpPr>
          <p:cNvPr id="14" name="Google Shape;14;p2"/>
          <p:cNvSpPr txBox="1"/>
          <p:nvPr>
            <p:ph type="title"/>
          </p:nvPr>
        </p:nvSpPr>
        <p:spPr>
          <a:xfrm>
            <a:off x="284850" y="474875"/>
            <a:ext cx="4227300" cy="1154700"/>
          </a:xfrm>
          <a:prstGeom prst="rect">
            <a:avLst/>
          </a:prstGeom>
        </p:spPr>
        <p:txBody>
          <a:bodyPr anchorCtr="0" anchor="t" bIns="0" lIns="0" spcFirstLastPara="1" rIns="0" wrap="square" tIns="0">
            <a:noAutofit/>
          </a:bodyPr>
          <a:lstStyle>
            <a:lvl1pPr lvl="0">
              <a:lnSpc>
                <a:spcPct val="70000"/>
              </a:lnSpc>
              <a:spcBef>
                <a:spcPts val="0"/>
              </a:spcBef>
              <a:spcAft>
                <a:spcPts val="0"/>
              </a:spcAft>
              <a:buNone/>
              <a:defRPr sz="6000"/>
            </a:lvl1pPr>
            <a:lvl2pPr lvl="1">
              <a:lnSpc>
                <a:spcPct val="70000"/>
              </a:lnSpc>
              <a:spcBef>
                <a:spcPts val="0"/>
              </a:spcBef>
              <a:spcAft>
                <a:spcPts val="0"/>
              </a:spcAft>
              <a:buNone/>
              <a:defRPr sz="6000"/>
            </a:lvl2pPr>
            <a:lvl3pPr lvl="2">
              <a:lnSpc>
                <a:spcPct val="70000"/>
              </a:lnSpc>
              <a:spcBef>
                <a:spcPts val="0"/>
              </a:spcBef>
              <a:spcAft>
                <a:spcPts val="0"/>
              </a:spcAft>
              <a:buNone/>
              <a:defRPr sz="6000"/>
            </a:lvl3pPr>
            <a:lvl4pPr lvl="3">
              <a:lnSpc>
                <a:spcPct val="70000"/>
              </a:lnSpc>
              <a:spcBef>
                <a:spcPts val="0"/>
              </a:spcBef>
              <a:spcAft>
                <a:spcPts val="0"/>
              </a:spcAft>
              <a:buNone/>
              <a:defRPr sz="6000"/>
            </a:lvl4pPr>
            <a:lvl5pPr lvl="4">
              <a:lnSpc>
                <a:spcPct val="70000"/>
              </a:lnSpc>
              <a:spcBef>
                <a:spcPts val="0"/>
              </a:spcBef>
              <a:spcAft>
                <a:spcPts val="0"/>
              </a:spcAft>
              <a:buNone/>
              <a:defRPr sz="6000"/>
            </a:lvl5pPr>
            <a:lvl6pPr lvl="5">
              <a:lnSpc>
                <a:spcPct val="70000"/>
              </a:lnSpc>
              <a:spcBef>
                <a:spcPts val="0"/>
              </a:spcBef>
              <a:spcAft>
                <a:spcPts val="0"/>
              </a:spcAft>
              <a:buNone/>
              <a:defRPr sz="6000"/>
            </a:lvl6pPr>
            <a:lvl7pPr lvl="6">
              <a:lnSpc>
                <a:spcPct val="70000"/>
              </a:lnSpc>
              <a:spcBef>
                <a:spcPts val="0"/>
              </a:spcBef>
              <a:spcAft>
                <a:spcPts val="0"/>
              </a:spcAft>
              <a:buNone/>
              <a:defRPr sz="6000"/>
            </a:lvl7pPr>
            <a:lvl8pPr lvl="7">
              <a:lnSpc>
                <a:spcPct val="70000"/>
              </a:lnSpc>
              <a:spcBef>
                <a:spcPts val="0"/>
              </a:spcBef>
              <a:spcAft>
                <a:spcPts val="0"/>
              </a:spcAft>
              <a:buNone/>
              <a:defRPr sz="6000"/>
            </a:lvl8pPr>
            <a:lvl9pPr lvl="8">
              <a:lnSpc>
                <a:spcPct val="70000"/>
              </a:lnSpc>
              <a:spcBef>
                <a:spcPts val="0"/>
              </a:spcBef>
              <a:spcAft>
                <a:spcPts val="0"/>
              </a:spcAft>
              <a:buNone/>
              <a:defRPr sz="6000"/>
            </a:lvl9pPr>
          </a:lstStyle>
          <a:p/>
        </p:txBody>
      </p:sp>
      <p:sp>
        <p:nvSpPr>
          <p:cNvPr id="15" name="Google Shape;15;p2"/>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6" name="Google Shape;16;p2"/>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2"/>
          <p:cNvSpPr txBox="1"/>
          <p:nvPr>
            <p:ph idx="1" type="body"/>
          </p:nvPr>
        </p:nvSpPr>
        <p:spPr>
          <a:xfrm>
            <a:off x="4629550" y="3479875"/>
            <a:ext cx="4227300" cy="923400"/>
          </a:xfrm>
          <a:prstGeom prst="rect">
            <a:avLst/>
          </a:prstGeom>
        </p:spPr>
        <p:txBody>
          <a:bodyPr anchorCtr="0" anchor="t" bIns="91425" lIns="182875" spcFirstLastPara="1" rIns="182875" wrap="square" tIns="91425">
            <a:noAutofit/>
          </a:bodyPr>
          <a:lstStyle>
            <a:lvl1pPr indent="-304800" lvl="0" marL="457200">
              <a:lnSpc>
                <a:spcPct val="100000"/>
              </a:lnSpc>
              <a:spcBef>
                <a:spcPts val="0"/>
              </a:spcBef>
              <a:spcAft>
                <a:spcPts val="0"/>
              </a:spcAft>
              <a:buSzPts val="1200"/>
              <a:buChar char="●"/>
              <a:defRPr/>
            </a:lvl1pPr>
            <a:lvl2pPr indent="-304800" lvl="1" marL="914400">
              <a:lnSpc>
                <a:spcPct val="100000"/>
              </a:lnSpc>
              <a:spcBef>
                <a:spcPts val="0"/>
              </a:spcBef>
              <a:spcAft>
                <a:spcPts val="0"/>
              </a:spcAft>
              <a:buSzPts val="1200"/>
              <a:buChar char="○"/>
              <a:defRPr/>
            </a:lvl2pPr>
            <a:lvl3pPr indent="-304800" lvl="2" marL="1371600">
              <a:lnSpc>
                <a:spcPct val="100000"/>
              </a:lnSpc>
              <a:spcBef>
                <a:spcPts val="0"/>
              </a:spcBef>
              <a:spcAft>
                <a:spcPts val="0"/>
              </a:spcAft>
              <a:buSzPts val="1200"/>
              <a:buChar char="■"/>
              <a:defRPr/>
            </a:lvl3pPr>
            <a:lvl4pPr indent="-304800" lvl="3" marL="1828800">
              <a:lnSpc>
                <a:spcPct val="100000"/>
              </a:lnSpc>
              <a:spcBef>
                <a:spcPts val="0"/>
              </a:spcBef>
              <a:spcAft>
                <a:spcPts val="0"/>
              </a:spcAft>
              <a:buSzPts val="1200"/>
              <a:buChar char="●"/>
              <a:defRPr/>
            </a:lvl4pPr>
            <a:lvl5pPr indent="-304800" lvl="4" marL="2286000">
              <a:lnSpc>
                <a:spcPct val="100000"/>
              </a:lnSpc>
              <a:spcBef>
                <a:spcPts val="0"/>
              </a:spcBef>
              <a:spcAft>
                <a:spcPts val="0"/>
              </a:spcAft>
              <a:buSzPts val="1200"/>
              <a:buChar char="○"/>
              <a:defRPr/>
            </a:lvl5pPr>
            <a:lvl6pPr indent="-304800" lvl="5" marL="2743200">
              <a:lnSpc>
                <a:spcPct val="100000"/>
              </a:lnSpc>
              <a:spcBef>
                <a:spcPts val="0"/>
              </a:spcBef>
              <a:spcAft>
                <a:spcPts val="0"/>
              </a:spcAft>
              <a:buSzPts val="1200"/>
              <a:buChar char="■"/>
              <a:defRPr/>
            </a:lvl6pPr>
            <a:lvl7pPr indent="-304800" lvl="6" marL="3200400">
              <a:lnSpc>
                <a:spcPct val="100000"/>
              </a:lnSpc>
              <a:spcBef>
                <a:spcPts val="0"/>
              </a:spcBef>
              <a:spcAft>
                <a:spcPts val="0"/>
              </a:spcAft>
              <a:buSzPts val="1200"/>
              <a:buChar char="●"/>
              <a:defRPr/>
            </a:lvl7pPr>
            <a:lvl8pPr indent="-304800" lvl="7" marL="3657600">
              <a:lnSpc>
                <a:spcPct val="100000"/>
              </a:lnSpc>
              <a:spcBef>
                <a:spcPts val="0"/>
              </a:spcBef>
              <a:spcAft>
                <a:spcPts val="0"/>
              </a:spcAft>
              <a:buSzPts val="1200"/>
              <a:buChar char="○"/>
              <a:defRPr/>
            </a:lvl8pPr>
            <a:lvl9pPr indent="-304800" lvl="8" marL="4114800">
              <a:lnSpc>
                <a:spcPct val="100000"/>
              </a:lnSpc>
              <a:spcBef>
                <a:spcPts val="0"/>
              </a:spcBef>
              <a:spcAft>
                <a:spcPts val="0"/>
              </a:spcAft>
              <a:buSzPts val="1200"/>
              <a:buChar cha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2">
  <p:cSld name="BLANK_1_1_1_1_2">
    <p:bg>
      <p:bgPr>
        <a:solidFill>
          <a:schemeClr val="accent1"/>
        </a:solidFill>
      </p:bgPr>
    </p:bg>
    <p:spTree>
      <p:nvGrpSpPr>
        <p:cNvPr id="19" name="Shape 19"/>
        <p:cNvGrpSpPr/>
        <p:nvPr/>
      </p:nvGrpSpPr>
      <p:grpSpPr>
        <a:xfrm>
          <a:off x="0" y="0"/>
          <a:ext cx="0" cy="0"/>
          <a:chOff x="0" y="0"/>
          <a:chExt cx="0" cy="0"/>
        </a:xfrm>
      </p:grpSpPr>
      <p:sp>
        <p:nvSpPr>
          <p:cNvPr id="20" name="Google Shape;20;p3"/>
          <p:cNvSpPr txBox="1"/>
          <p:nvPr>
            <p:ph type="title"/>
          </p:nvPr>
        </p:nvSpPr>
        <p:spPr>
          <a:xfrm>
            <a:off x="284850" y="285900"/>
            <a:ext cx="6423900" cy="587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lvl1pPr>
            <a:lvl2pPr lvl="1">
              <a:lnSpc>
                <a:spcPct val="85000"/>
              </a:lnSpc>
              <a:spcBef>
                <a:spcPts val="0"/>
              </a:spcBef>
              <a:spcAft>
                <a:spcPts val="0"/>
              </a:spcAft>
              <a:buNone/>
              <a:defRPr sz="3600"/>
            </a:lvl2pPr>
            <a:lvl3pPr lvl="2">
              <a:lnSpc>
                <a:spcPct val="85000"/>
              </a:lnSpc>
              <a:spcBef>
                <a:spcPts val="0"/>
              </a:spcBef>
              <a:spcAft>
                <a:spcPts val="0"/>
              </a:spcAft>
              <a:buNone/>
              <a:defRPr sz="3600"/>
            </a:lvl3pPr>
            <a:lvl4pPr lvl="3">
              <a:lnSpc>
                <a:spcPct val="85000"/>
              </a:lnSpc>
              <a:spcBef>
                <a:spcPts val="0"/>
              </a:spcBef>
              <a:spcAft>
                <a:spcPts val="0"/>
              </a:spcAft>
              <a:buNone/>
              <a:defRPr sz="3600"/>
            </a:lvl4pPr>
            <a:lvl5pPr lvl="4">
              <a:lnSpc>
                <a:spcPct val="85000"/>
              </a:lnSpc>
              <a:spcBef>
                <a:spcPts val="0"/>
              </a:spcBef>
              <a:spcAft>
                <a:spcPts val="0"/>
              </a:spcAft>
              <a:buNone/>
              <a:defRPr sz="3600"/>
            </a:lvl5pPr>
            <a:lvl6pPr lvl="5">
              <a:lnSpc>
                <a:spcPct val="85000"/>
              </a:lnSpc>
              <a:spcBef>
                <a:spcPts val="0"/>
              </a:spcBef>
              <a:spcAft>
                <a:spcPts val="0"/>
              </a:spcAft>
              <a:buNone/>
              <a:defRPr sz="3600"/>
            </a:lvl6pPr>
            <a:lvl7pPr lvl="6">
              <a:lnSpc>
                <a:spcPct val="85000"/>
              </a:lnSpc>
              <a:spcBef>
                <a:spcPts val="0"/>
              </a:spcBef>
              <a:spcAft>
                <a:spcPts val="0"/>
              </a:spcAft>
              <a:buNone/>
              <a:defRPr sz="3600"/>
            </a:lvl7pPr>
            <a:lvl8pPr lvl="7">
              <a:lnSpc>
                <a:spcPct val="85000"/>
              </a:lnSpc>
              <a:spcBef>
                <a:spcPts val="0"/>
              </a:spcBef>
              <a:spcAft>
                <a:spcPts val="0"/>
              </a:spcAft>
              <a:buNone/>
              <a:defRPr sz="3600"/>
            </a:lvl8pPr>
            <a:lvl9pPr lvl="8">
              <a:lnSpc>
                <a:spcPct val="85000"/>
              </a:lnSpc>
              <a:spcBef>
                <a:spcPts val="0"/>
              </a:spcBef>
              <a:spcAft>
                <a:spcPts val="0"/>
              </a:spcAft>
              <a:buNone/>
              <a:defRPr sz="3600"/>
            </a:lvl9pPr>
          </a:lstStyle>
          <a:p/>
        </p:txBody>
      </p:sp>
      <p:sp>
        <p:nvSpPr>
          <p:cNvPr id="21" name="Google Shape;21;p3"/>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lvl1pPr>
            <a:lvl2pPr lvl="1" algn="r">
              <a:buNone/>
              <a:defRPr/>
            </a:lvl2pPr>
            <a:lvl3pPr lvl="2" algn="r">
              <a:buNone/>
              <a:defRPr/>
            </a:lvl3pPr>
            <a:lvl4pPr lvl="3" algn="r">
              <a:buNone/>
              <a:defRPr/>
            </a:lvl4pPr>
            <a:lvl5pPr lvl="4" algn="r">
              <a:buNone/>
              <a:defRPr/>
            </a:lvl5pPr>
            <a:lvl6pPr lvl="5" algn="r">
              <a:buNone/>
              <a:defRPr/>
            </a:lvl6pPr>
            <a:lvl7pPr lvl="6" algn="r">
              <a:buNone/>
              <a:defRPr/>
            </a:lvl7pPr>
            <a:lvl8pPr lvl="7" algn="r">
              <a:buNone/>
              <a:defRPr/>
            </a:lvl8pPr>
            <a:lvl9pPr lvl="8" algn="r">
              <a:buNone/>
              <a:defRPr/>
            </a:lvl9pPr>
          </a:lstStyle>
          <a:p>
            <a:pPr indent="0" lvl="0" marL="0" rtl="0" algn="r">
              <a:spcBef>
                <a:spcPts val="0"/>
              </a:spcBef>
              <a:spcAft>
                <a:spcPts val="0"/>
              </a:spcAft>
              <a:buNone/>
            </a:pPr>
            <a:fld id="{00000000-1234-1234-1234-123412341234}" type="slidenum">
              <a:rPr lang="en"/>
              <a:t>‹#›</a:t>
            </a:fld>
            <a:endParaRPr/>
          </a:p>
        </p:txBody>
      </p:sp>
      <p:sp>
        <p:nvSpPr>
          <p:cNvPr id="22" name="Google Shape;22;p3"/>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3">
  <p:cSld name="BLANK_1_1_1_1_2_1">
    <p:spTree>
      <p:nvGrpSpPr>
        <p:cNvPr id="24" name="Shape 24"/>
        <p:cNvGrpSpPr/>
        <p:nvPr/>
      </p:nvGrpSpPr>
      <p:grpSpPr>
        <a:xfrm>
          <a:off x="0" y="0"/>
          <a:ext cx="0" cy="0"/>
          <a:chOff x="0" y="0"/>
          <a:chExt cx="0" cy="0"/>
        </a:xfrm>
      </p:grpSpPr>
      <p:sp>
        <p:nvSpPr>
          <p:cNvPr id="25" name="Google Shape;25;p4"/>
          <p:cNvSpPr txBox="1"/>
          <p:nvPr>
            <p:ph type="title"/>
          </p:nvPr>
        </p:nvSpPr>
        <p:spPr>
          <a:xfrm>
            <a:off x="284850" y="285900"/>
            <a:ext cx="6423900" cy="587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lvl1pPr>
            <a:lvl2pPr lvl="1">
              <a:lnSpc>
                <a:spcPct val="85000"/>
              </a:lnSpc>
              <a:spcBef>
                <a:spcPts val="0"/>
              </a:spcBef>
              <a:spcAft>
                <a:spcPts val="0"/>
              </a:spcAft>
              <a:buNone/>
              <a:defRPr sz="3600"/>
            </a:lvl2pPr>
            <a:lvl3pPr lvl="2">
              <a:lnSpc>
                <a:spcPct val="85000"/>
              </a:lnSpc>
              <a:spcBef>
                <a:spcPts val="0"/>
              </a:spcBef>
              <a:spcAft>
                <a:spcPts val="0"/>
              </a:spcAft>
              <a:buNone/>
              <a:defRPr sz="3600"/>
            </a:lvl3pPr>
            <a:lvl4pPr lvl="3">
              <a:lnSpc>
                <a:spcPct val="85000"/>
              </a:lnSpc>
              <a:spcBef>
                <a:spcPts val="0"/>
              </a:spcBef>
              <a:spcAft>
                <a:spcPts val="0"/>
              </a:spcAft>
              <a:buNone/>
              <a:defRPr sz="3600"/>
            </a:lvl4pPr>
            <a:lvl5pPr lvl="4">
              <a:lnSpc>
                <a:spcPct val="85000"/>
              </a:lnSpc>
              <a:spcBef>
                <a:spcPts val="0"/>
              </a:spcBef>
              <a:spcAft>
                <a:spcPts val="0"/>
              </a:spcAft>
              <a:buNone/>
              <a:defRPr sz="3600"/>
            </a:lvl5pPr>
            <a:lvl6pPr lvl="5">
              <a:lnSpc>
                <a:spcPct val="85000"/>
              </a:lnSpc>
              <a:spcBef>
                <a:spcPts val="0"/>
              </a:spcBef>
              <a:spcAft>
                <a:spcPts val="0"/>
              </a:spcAft>
              <a:buNone/>
              <a:defRPr sz="3600"/>
            </a:lvl6pPr>
            <a:lvl7pPr lvl="6">
              <a:lnSpc>
                <a:spcPct val="85000"/>
              </a:lnSpc>
              <a:spcBef>
                <a:spcPts val="0"/>
              </a:spcBef>
              <a:spcAft>
                <a:spcPts val="0"/>
              </a:spcAft>
              <a:buNone/>
              <a:defRPr sz="3600"/>
            </a:lvl7pPr>
            <a:lvl8pPr lvl="7">
              <a:lnSpc>
                <a:spcPct val="85000"/>
              </a:lnSpc>
              <a:spcBef>
                <a:spcPts val="0"/>
              </a:spcBef>
              <a:spcAft>
                <a:spcPts val="0"/>
              </a:spcAft>
              <a:buNone/>
              <a:defRPr sz="3600"/>
            </a:lvl8pPr>
            <a:lvl9pPr lvl="8">
              <a:lnSpc>
                <a:spcPct val="85000"/>
              </a:lnSpc>
              <a:spcBef>
                <a:spcPts val="0"/>
              </a:spcBef>
              <a:spcAft>
                <a:spcPts val="0"/>
              </a:spcAft>
              <a:buNone/>
              <a:defRPr sz="3600"/>
            </a:lvl9pPr>
          </a:lstStyle>
          <a:p/>
        </p:txBody>
      </p:sp>
      <p:sp>
        <p:nvSpPr>
          <p:cNvPr id="26" name="Google Shape;26;p4"/>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lvl1pPr>
            <a:lvl2pPr lvl="1" algn="r">
              <a:buNone/>
              <a:defRPr/>
            </a:lvl2pPr>
            <a:lvl3pPr lvl="2" algn="r">
              <a:buNone/>
              <a:defRPr/>
            </a:lvl3pPr>
            <a:lvl4pPr lvl="3" algn="r">
              <a:buNone/>
              <a:defRPr/>
            </a:lvl4pPr>
            <a:lvl5pPr lvl="4" algn="r">
              <a:buNone/>
              <a:defRPr/>
            </a:lvl5pPr>
            <a:lvl6pPr lvl="5" algn="r">
              <a:buNone/>
              <a:defRPr/>
            </a:lvl6pPr>
            <a:lvl7pPr lvl="6" algn="r">
              <a:buNone/>
              <a:defRPr/>
            </a:lvl7pPr>
            <a:lvl8pPr lvl="7" algn="r">
              <a:buNone/>
              <a:defRPr/>
            </a:lvl8pPr>
            <a:lvl9pPr lvl="8" algn="r">
              <a:buNone/>
              <a:defRPr/>
            </a:lvl9pPr>
          </a:lstStyle>
          <a:p>
            <a:pPr indent="0" lvl="0" marL="0" rtl="0" algn="r">
              <a:spcBef>
                <a:spcPts val="0"/>
              </a:spcBef>
              <a:spcAft>
                <a:spcPts val="0"/>
              </a:spcAft>
              <a:buNone/>
            </a:pPr>
            <a:fld id="{00000000-1234-1234-1234-123412341234}" type="slidenum">
              <a:rPr lang="en"/>
              <a:t>‹#›</a:t>
            </a:fld>
            <a:endParaRPr/>
          </a:p>
        </p:txBody>
      </p:sp>
      <p:sp>
        <p:nvSpPr>
          <p:cNvPr id="27" name="Google Shape;27;p4"/>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4"/>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4">
  <p:cSld name="BLANK_1_1_1_1_2_1_1">
    <p:bg>
      <p:bgPr>
        <a:solidFill>
          <a:schemeClr val="lt1"/>
        </a:solidFill>
      </p:bgPr>
    </p:bg>
    <p:spTree>
      <p:nvGrpSpPr>
        <p:cNvPr id="29" name="Shape 29"/>
        <p:cNvGrpSpPr/>
        <p:nvPr/>
      </p:nvGrpSpPr>
      <p:grpSpPr>
        <a:xfrm>
          <a:off x="0" y="0"/>
          <a:ext cx="0" cy="0"/>
          <a:chOff x="0" y="0"/>
          <a:chExt cx="0" cy="0"/>
        </a:xfrm>
      </p:grpSpPr>
      <p:sp>
        <p:nvSpPr>
          <p:cNvPr id="30" name="Google Shape;30;p5"/>
          <p:cNvSpPr txBox="1"/>
          <p:nvPr>
            <p:ph type="title"/>
          </p:nvPr>
        </p:nvSpPr>
        <p:spPr>
          <a:xfrm>
            <a:off x="284850" y="285900"/>
            <a:ext cx="6423900" cy="587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cxnSp>
        <p:nvCxnSpPr>
          <p:cNvPr id="31" name="Google Shape;31;p5"/>
          <p:cNvCxnSpPr/>
          <p:nvPr/>
        </p:nvCxnSpPr>
        <p:spPr>
          <a:xfrm>
            <a:off x="283850" y="4683734"/>
            <a:ext cx="8573100" cy="0"/>
          </a:xfrm>
          <a:prstGeom prst="straightConnector1">
            <a:avLst/>
          </a:prstGeom>
          <a:noFill/>
          <a:ln cap="flat" cmpd="sng" w="9525">
            <a:solidFill>
              <a:schemeClr val="dk1"/>
            </a:solidFill>
            <a:prstDash val="solid"/>
            <a:round/>
            <a:headEnd len="med" w="med" type="none"/>
            <a:tailEnd len="med" w="med" type="none"/>
          </a:ln>
        </p:spPr>
      </p:cxnSp>
      <p:sp>
        <p:nvSpPr>
          <p:cNvPr id="32" name="Google Shape;32;p5"/>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33" name="Google Shape;33;p5"/>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34" name="Google Shape;34;p5"/>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 Alt 1">
  <p:cSld name="BLANK_1_1_1_1_1_1_1">
    <p:bg>
      <p:bgPr>
        <a:solidFill>
          <a:schemeClr val="lt1"/>
        </a:solidFill>
      </p:bgPr>
    </p:bg>
    <p:spTree>
      <p:nvGrpSpPr>
        <p:cNvPr id="35" name="Shape 35"/>
        <p:cNvGrpSpPr/>
        <p:nvPr/>
      </p:nvGrpSpPr>
      <p:grpSpPr>
        <a:xfrm>
          <a:off x="0" y="0"/>
          <a:ext cx="0" cy="0"/>
          <a:chOff x="0" y="0"/>
          <a:chExt cx="0" cy="0"/>
        </a:xfrm>
      </p:grpSpPr>
      <p:cxnSp>
        <p:nvCxnSpPr>
          <p:cNvPr id="36" name="Google Shape;36;p6"/>
          <p:cNvCxnSpPr/>
          <p:nvPr/>
        </p:nvCxnSpPr>
        <p:spPr>
          <a:xfrm>
            <a:off x="283850" y="4683725"/>
            <a:ext cx="8573100" cy="0"/>
          </a:xfrm>
          <a:prstGeom prst="straightConnector1">
            <a:avLst/>
          </a:prstGeom>
          <a:noFill/>
          <a:ln cap="flat" cmpd="sng" w="9525">
            <a:solidFill>
              <a:schemeClr val="dk1"/>
            </a:solidFill>
            <a:prstDash val="solid"/>
            <a:round/>
            <a:headEnd len="med" w="med" type="none"/>
            <a:tailEnd len="med" w="med" type="none"/>
          </a:ln>
        </p:spPr>
      </p:cxnSp>
      <p:sp>
        <p:nvSpPr>
          <p:cNvPr id="37" name="Google Shape;37;p6"/>
          <p:cNvSpPr txBox="1"/>
          <p:nvPr>
            <p:ph type="title"/>
          </p:nvPr>
        </p:nvSpPr>
        <p:spPr>
          <a:xfrm>
            <a:off x="283850" y="230676"/>
            <a:ext cx="6683700" cy="1236900"/>
          </a:xfrm>
          <a:prstGeom prst="rect">
            <a:avLst/>
          </a:prstGeom>
        </p:spPr>
        <p:txBody>
          <a:bodyPr anchorCtr="0" anchor="t" bIns="91425" lIns="0" spcFirstLastPara="1" rIns="91425" wrap="square" tIns="91425">
            <a:noAutofit/>
          </a:bodyPr>
          <a:lstStyle>
            <a:lvl1pPr lvl="0">
              <a:lnSpc>
                <a:spcPct val="70000"/>
              </a:lnSpc>
              <a:spcBef>
                <a:spcPts val="0"/>
              </a:spcBef>
              <a:spcAft>
                <a:spcPts val="0"/>
              </a:spcAft>
              <a:buNone/>
              <a:defRPr sz="6000">
                <a:solidFill>
                  <a:schemeClr val="dk1"/>
                </a:solidFill>
              </a:defRPr>
            </a:lvl1pPr>
            <a:lvl2pPr lvl="1">
              <a:lnSpc>
                <a:spcPct val="70000"/>
              </a:lnSpc>
              <a:spcBef>
                <a:spcPts val="0"/>
              </a:spcBef>
              <a:spcAft>
                <a:spcPts val="0"/>
              </a:spcAft>
              <a:buNone/>
              <a:defRPr sz="6000">
                <a:solidFill>
                  <a:schemeClr val="dk1"/>
                </a:solidFill>
              </a:defRPr>
            </a:lvl2pPr>
            <a:lvl3pPr lvl="2">
              <a:lnSpc>
                <a:spcPct val="70000"/>
              </a:lnSpc>
              <a:spcBef>
                <a:spcPts val="0"/>
              </a:spcBef>
              <a:spcAft>
                <a:spcPts val="0"/>
              </a:spcAft>
              <a:buNone/>
              <a:defRPr sz="6000">
                <a:solidFill>
                  <a:schemeClr val="dk1"/>
                </a:solidFill>
              </a:defRPr>
            </a:lvl3pPr>
            <a:lvl4pPr lvl="3">
              <a:lnSpc>
                <a:spcPct val="70000"/>
              </a:lnSpc>
              <a:spcBef>
                <a:spcPts val="0"/>
              </a:spcBef>
              <a:spcAft>
                <a:spcPts val="0"/>
              </a:spcAft>
              <a:buNone/>
              <a:defRPr sz="6000">
                <a:solidFill>
                  <a:schemeClr val="dk1"/>
                </a:solidFill>
              </a:defRPr>
            </a:lvl4pPr>
            <a:lvl5pPr lvl="4">
              <a:lnSpc>
                <a:spcPct val="70000"/>
              </a:lnSpc>
              <a:spcBef>
                <a:spcPts val="0"/>
              </a:spcBef>
              <a:spcAft>
                <a:spcPts val="0"/>
              </a:spcAft>
              <a:buNone/>
              <a:defRPr sz="6000">
                <a:solidFill>
                  <a:schemeClr val="dk1"/>
                </a:solidFill>
              </a:defRPr>
            </a:lvl5pPr>
            <a:lvl6pPr lvl="5">
              <a:lnSpc>
                <a:spcPct val="70000"/>
              </a:lnSpc>
              <a:spcBef>
                <a:spcPts val="0"/>
              </a:spcBef>
              <a:spcAft>
                <a:spcPts val="0"/>
              </a:spcAft>
              <a:buNone/>
              <a:defRPr sz="6000">
                <a:solidFill>
                  <a:schemeClr val="dk1"/>
                </a:solidFill>
              </a:defRPr>
            </a:lvl6pPr>
            <a:lvl7pPr lvl="6">
              <a:lnSpc>
                <a:spcPct val="70000"/>
              </a:lnSpc>
              <a:spcBef>
                <a:spcPts val="0"/>
              </a:spcBef>
              <a:spcAft>
                <a:spcPts val="0"/>
              </a:spcAft>
              <a:buNone/>
              <a:defRPr sz="6000">
                <a:solidFill>
                  <a:schemeClr val="dk1"/>
                </a:solidFill>
              </a:defRPr>
            </a:lvl7pPr>
            <a:lvl8pPr lvl="7">
              <a:lnSpc>
                <a:spcPct val="70000"/>
              </a:lnSpc>
              <a:spcBef>
                <a:spcPts val="0"/>
              </a:spcBef>
              <a:spcAft>
                <a:spcPts val="0"/>
              </a:spcAft>
              <a:buNone/>
              <a:defRPr sz="6000">
                <a:solidFill>
                  <a:schemeClr val="dk1"/>
                </a:solidFill>
              </a:defRPr>
            </a:lvl8pPr>
            <a:lvl9pPr lvl="8">
              <a:lnSpc>
                <a:spcPct val="70000"/>
              </a:lnSpc>
              <a:spcBef>
                <a:spcPts val="0"/>
              </a:spcBef>
              <a:spcAft>
                <a:spcPts val="0"/>
              </a:spcAft>
              <a:buNone/>
              <a:defRPr sz="6000">
                <a:solidFill>
                  <a:schemeClr val="dk1"/>
                </a:solidFill>
              </a:defRPr>
            </a:lvl9pPr>
          </a:lstStyle>
          <a:p/>
        </p:txBody>
      </p:sp>
      <p:sp>
        <p:nvSpPr>
          <p:cNvPr id="38" name="Google Shape;38;p6"/>
          <p:cNvSpPr txBox="1"/>
          <p:nvPr>
            <p:ph idx="1" type="subTitle"/>
          </p:nvPr>
        </p:nvSpPr>
        <p:spPr>
          <a:xfrm>
            <a:off x="6214200" y="3602000"/>
            <a:ext cx="2386500" cy="804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Inter"/>
              <a:buNone/>
              <a:defRPr sz="1200"/>
            </a:lvl1pPr>
            <a:lvl2pPr lvl="1">
              <a:spcBef>
                <a:spcPts val="0"/>
              </a:spcBef>
              <a:spcAft>
                <a:spcPts val="0"/>
              </a:spcAft>
              <a:buClr>
                <a:schemeClr val="lt1"/>
              </a:buClr>
              <a:buSzPts val="1200"/>
              <a:buFont typeface="Inter"/>
              <a:buNone/>
              <a:defRPr sz="1200">
                <a:latin typeface="Inter"/>
                <a:ea typeface="Inter"/>
                <a:cs typeface="Inter"/>
                <a:sym typeface="Inter"/>
              </a:defRPr>
            </a:lvl2pPr>
            <a:lvl3pPr lvl="2">
              <a:spcBef>
                <a:spcPts val="0"/>
              </a:spcBef>
              <a:spcAft>
                <a:spcPts val="0"/>
              </a:spcAft>
              <a:buClr>
                <a:schemeClr val="lt1"/>
              </a:buClr>
              <a:buSzPts val="1200"/>
              <a:buFont typeface="Inter"/>
              <a:buNone/>
              <a:defRPr sz="1200">
                <a:latin typeface="Inter"/>
                <a:ea typeface="Inter"/>
                <a:cs typeface="Inter"/>
                <a:sym typeface="Inter"/>
              </a:defRPr>
            </a:lvl3pPr>
            <a:lvl4pPr lvl="3">
              <a:spcBef>
                <a:spcPts val="0"/>
              </a:spcBef>
              <a:spcAft>
                <a:spcPts val="0"/>
              </a:spcAft>
              <a:buClr>
                <a:schemeClr val="lt1"/>
              </a:buClr>
              <a:buSzPts val="1200"/>
              <a:buFont typeface="Inter"/>
              <a:buNone/>
              <a:defRPr sz="1200">
                <a:latin typeface="Inter"/>
                <a:ea typeface="Inter"/>
                <a:cs typeface="Inter"/>
                <a:sym typeface="Inter"/>
              </a:defRPr>
            </a:lvl4pPr>
            <a:lvl5pPr lvl="4">
              <a:spcBef>
                <a:spcPts val="0"/>
              </a:spcBef>
              <a:spcAft>
                <a:spcPts val="0"/>
              </a:spcAft>
              <a:buClr>
                <a:schemeClr val="lt1"/>
              </a:buClr>
              <a:buSzPts val="1200"/>
              <a:buFont typeface="Inter"/>
              <a:buNone/>
              <a:defRPr sz="1200">
                <a:latin typeface="Inter"/>
                <a:ea typeface="Inter"/>
                <a:cs typeface="Inter"/>
                <a:sym typeface="Inter"/>
              </a:defRPr>
            </a:lvl5pPr>
            <a:lvl6pPr lvl="5">
              <a:spcBef>
                <a:spcPts val="0"/>
              </a:spcBef>
              <a:spcAft>
                <a:spcPts val="0"/>
              </a:spcAft>
              <a:buClr>
                <a:schemeClr val="lt1"/>
              </a:buClr>
              <a:buSzPts val="1200"/>
              <a:buFont typeface="Inter"/>
              <a:buNone/>
              <a:defRPr sz="1200">
                <a:latin typeface="Inter"/>
                <a:ea typeface="Inter"/>
                <a:cs typeface="Inter"/>
                <a:sym typeface="Inter"/>
              </a:defRPr>
            </a:lvl6pPr>
            <a:lvl7pPr lvl="6">
              <a:spcBef>
                <a:spcPts val="0"/>
              </a:spcBef>
              <a:spcAft>
                <a:spcPts val="0"/>
              </a:spcAft>
              <a:buClr>
                <a:schemeClr val="lt1"/>
              </a:buClr>
              <a:buSzPts val="1200"/>
              <a:buFont typeface="Inter"/>
              <a:buNone/>
              <a:defRPr sz="1200">
                <a:latin typeface="Inter"/>
                <a:ea typeface="Inter"/>
                <a:cs typeface="Inter"/>
                <a:sym typeface="Inter"/>
              </a:defRPr>
            </a:lvl7pPr>
            <a:lvl8pPr lvl="7">
              <a:spcBef>
                <a:spcPts val="0"/>
              </a:spcBef>
              <a:spcAft>
                <a:spcPts val="0"/>
              </a:spcAft>
              <a:buClr>
                <a:schemeClr val="lt1"/>
              </a:buClr>
              <a:buSzPts val="1200"/>
              <a:buFont typeface="Inter"/>
              <a:buNone/>
              <a:defRPr sz="1200">
                <a:latin typeface="Inter"/>
                <a:ea typeface="Inter"/>
                <a:cs typeface="Inter"/>
                <a:sym typeface="Inter"/>
              </a:defRPr>
            </a:lvl8pPr>
            <a:lvl9pPr lvl="8">
              <a:spcBef>
                <a:spcPts val="0"/>
              </a:spcBef>
              <a:spcAft>
                <a:spcPts val="0"/>
              </a:spcAft>
              <a:buClr>
                <a:schemeClr val="lt1"/>
              </a:buClr>
              <a:buSzPts val="1200"/>
              <a:buFont typeface="Inter"/>
              <a:buNone/>
              <a:defRPr sz="1200">
                <a:latin typeface="Inter"/>
                <a:ea typeface="Inter"/>
                <a:cs typeface="Inter"/>
                <a:sym typeface="Inter"/>
              </a:defRPr>
            </a:lvl9pPr>
          </a:lstStyle>
          <a:p/>
        </p:txBody>
      </p:sp>
      <p:sp>
        <p:nvSpPr>
          <p:cNvPr id="39" name="Google Shape;39;p6"/>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40" name="Google Shape;40;p6"/>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p:txBody>
      </p:sp>
      <p:sp>
        <p:nvSpPr>
          <p:cNvPr id="41" name="Google Shape;41;p6"/>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p:txBody>
      </p:sp>
      <p:sp>
        <p:nvSpPr>
          <p:cNvPr id="42" name="Google Shape;42;p6"/>
          <p:cNvSpPr/>
          <p:nvPr>
            <p:ph idx="4" type="pic"/>
          </p:nvPr>
        </p:nvSpPr>
        <p:spPr>
          <a:xfrm>
            <a:off x="4629750" y="3386700"/>
            <a:ext cx="1328400" cy="1290900"/>
          </a:xfrm>
          <a:prstGeom prst="rect">
            <a:avLst/>
          </a:prstGeom>
          <a:noFill/>
          <a:ln>
            <a:no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 Alt 3">
  <p:cSld name="BLANK_3_1">
    <p:bg>
      <p:bgPr>
        <a:solidFill>
          <a:schemeClr val="accent3"/>
        </a:solidFill>
      </p:bgPr>
    </p:bg>
    <p:spTree>
      <p:nvGrpSpPr>
        <p:cNvPr id="43" name="Shape 43"/>
        <p:cNvGrpSpPr/>
        <p:nvPr/>
      </p:nvGrpSpPr>
      <p:grpSpPr>
        <a:xfrm>
          <a:off x="0" y="0"/>
          <a:ext cx="0" cy="0"/>
          <a:chOff x="0" y="0"/>
          <a:chExt cx="0" cy="0"/>
        </a:xfrm>
      </p:grpSpPr>
      <p:sp>
        <p:nvSpPr>
          <p:cNvPr id="44" name="Google Shape;44;p7"/>
          <p:cNvSpPr/>
          <p:nvPr/>
        </p:nvSpPr>
        <p:spPr>
          <a:xfrm>
            <a:off x="3186050" y="288625"/>
            <a:ext cx="5670900" cy="29292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a:ea typeface="Inter"/>
              <a:cs typeface="Inter"/>
              <a:sym typeface="Inter"/>
            </a:endParaRPr>
          </a:p>
        </p:txBody>
      </p:sp>
      <p:sp>
        <p:nvSpPr>
          <p:cNvPr id="45" name="Google Shape;45;p7"/>
          <p:cNvSpPr/>
          <p:nvPr/>
        </p:nvSpPr>
        <p:spPr>
          <a:xfrm>
            <a:off x="3499026" y="558338"/>
            <a:ext cx="5044948" cy="2389773"/>
          </a:xfrm>
          <a:custGeom>
            <a:rect b="b" l="l" r="r" t="t"/>
            <a:pathLst>
              <a:path extrusionOk="0" h="22601" w="47712">
                <a:moveTo>
                  <a:pt x="36474" y="1"/>
                </a:moveTo>
                <a:lnTo>
                  <a:pt x="32896" y="3516"/>
                </a:lnTo>
                <a:lnTo>
                  <a:pt x="38106" y="8789"/>
                </a:lnTo>
                <a:lnTo>
                  <a:pt x="1" y="8789"/>
                </a:lnTo>
                <a:lnTo>
                  <a:pt x="1" y="13812"/>
                </a:lnTo>
                <a:lnTo>
                  <a:pt x="38106" y="13812"/>
                </a:lnTo>
                <a:lnTo>
                  <a:pt x="32833" y="19085"/>
                </a:lnTo>
                <a:lnTo>
                  <a:pt x="36411" y="22600"/>
                </a:lnTo>
                <a:lnTo>
                  <a:pt x="47711" y="11300"/>
                </a:lnTo>
                <a:lnTo>
                  <a:pt x="36474"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46" name="Google Shape;46;p7"/>
          <p:cNvSpPr txBox="1"/>
          <p:nvPr>
            <p:ph type="title"/>
          </p:nvPr>
        </p:nvSpPr>
        <p:spPr>
          <a:xfrm>
            <a:off x="283850" y="474875"/>
            <a:ext cx="2773200" cy="1585200"/>
          </a:xfrm>
          <a:prstGeom prst="rect">
            <a:avLst/>
          </a:prstGeom>
        </p:spPr>
        <p:txBody>
          <a:bodyPr anchorCtr="0" anchor="t" bIns="0" lIns="0" spcFirstLastPara="1" rIns="0" wrap="square" tIns="91425">
            <a:normAutofit/>
          </a:bodyPr>
          <a:lstStyle>
            <a:lvl1pPr lvl="0">
              <a:lnSpc>
                <a:spcPct val="70000"/>
              </a:lnSpc>
              <a:spcBef>
                <a:spcPts val="0"/>
              </a:spcBef>
              <a:spcAft>
                <a:spcPts val="0"/>
              </a:spcAft>
              <a:buNone/>
              <a:defRPr sz="6000">
                <a:solidFill>
                  <a:schemeClr val="dk1"/>
                </a:solidFill>
              </a:defRPr>
            </a:lvl1pPr>
            <a:lvl2pPr lvl="1">
              <a:lnSpc>
                <a:spcPct val="70000"/>
              </a:lnSpc>
              <a:spcBef>
                <a:spcPts val="0"/>
              </a:spcBef>
              <a:spcAft>
                <a:spcPts val="0"/>
              </a:spcAft>
              <a:buNone/>
              <a:defRPr sz="6000">
                <a:solidFill>
                  <a:schemeClr val="dk1"/>
                </a:solidFill>
              </a:defRPr>
            </a:lvl2pPr>
            <a:lvl3pPr lvl="2">
              <a:lnSpc>
                <a:spcPct val="70000"/>
              </a:lnSpc>
              <a:spcBef>
                <a:spcPts val="0"/>
              </a:spcBef>
              <a:spcAft>
                <a:spcPts val="0"/>
              </a:spcAft>
              <a:buNone/>
              <a:defRPr sz="6000">
                <a:solidFill>
                  <a:schemeClr val="dk1"/>
                </a:solidFill>
              </a:defRPr>
            </a:lvl3pPr>
            <a:lvl4pPr lvl="3">
              <a:lnSpc>
                <a:spcPct val="70000"/>
              </a:lnSpc>
              <a:spcBef>
                <a:spcPts val="0"/>
              </a:spcBef>
              <a:spcAft>
                <a:spcPts val="0"/>
              </a:spcAft>
              <a:buNone/>
              <a:defRPr sz="6000">
                <a:solidFill>
                  <a:schemeClr val="dk1"/>
                </a:solidFill>
              </a:defRPr>
            </a:lvl4pPr>
            <a:lvl5pPr lvl="4">
              <a:lnSpc>
                <a:spcPct val="70000"/>
              </a:lnSpc>
              <a:spcBef>
                <a:spcPts val="0"/>
              </a:spcBef>
              <a:spcAft>
                <a:spcPts val="0"/>
              </a:spcAft>
              <a:buNone/>
              <a:defRPr sz="6000">
                <a:solidFill>
                  <a:schemeClr val="dk1"/>
                </a:solidFill>
              </a:defRPr>
            </a:lvl5pPr>
            <a:lvl6pPr lvl="5">
              <a:lnSpc>
                <a:spcPct val="70000"/>
              </a:lnSpc>
              <a:spcBef>
                <a:spcPts val="0"/>
              </a:spcBef>
              <a:spcAft>
                <a:spcPts val="0"/>
              </a:spcAft>
              <a:buNone/>
              <a:defRPr sz="6000">
                <a:solidFill>
                  <a:schemeClr val="dk1"/>
                </a:solidFill>
              </a:defRPr>
            </a:lvl6pPr>
            <a:lvl7pPr lvl="6">
              <a:lnSpc>
                <a:spcPct val="70000"/>
              </a:lnSpc>
              <a:spcBef>
                <a:spcPts val="0"/>
              </a:spcBef>
              <a:spcAft>
                <a:spcPts val="0"/>
              </a:spcAft>
              <a:buNone/>
              <a:defRPr sz="6000">
                <a:solidFill>
                  <a:schemeClr val="dk1"/>
                </a:solidFill>
              </a:defRPr>
            </a:lvl7pPr>
            <a:lvl8pPr lvl="7">
              <a:lnSpc>
                <a:spcPct val="70000"/>
              </a:lnSpc>
              <a:spcBef>
                <a:spcPts val="0"/>
              </a:spcBef>
              <a:spcAft>
                <a:spcPts val="0"/>
              </a:spcAft>
              <a:buNone/>
              <a:defRPr sz="6000">
                <a:solidFill>
                  <a:schemeClr val="dk1"/>
                </a:solidFill>
              </a:defRPr>
            </a:lvl8pPr>
            <a:lvl9pPr lvl="8">
              <a:lnSpc>
                <a:spcPct val="70000"/>
              </a:lnSpc>
              <a:spcBef>
                <a:spcPts val="0"/>
              </a:spcBef>
              <a:spcAft>
                <a:spcPts val="0"/>
              </a:spcAft>
              <a:buNone/>
              <a:defRPr sz="6000">
                <a:solidFill>
                  <a:schemeClr val="dk1"/>
                </a:solidFill>
              </a:defRPr>
            </a:lvl9pPr>
          </a:lstStyle>
          <a:p/>
        </p:txBody>
      </p:sp>
      <p:sp>
        <p:nvSpPr>
          <p:cNvPr id="47" name="Google Shape;47;p7"/>
          <p:cNvSpPr txBox="1"/>
          <p:nvPr>
            <p:ph idx="1" type="subTitle"/>
          </p:nvPr>
        </p:nvSpPr>
        <p:spPr>
          <a:xfrm>
            <a:off x="284850" y="3602000"/>
            <a:ext cx="2773200" cy="804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Inter"/>
              <a:buNone/>
              <a:defRPr sz="1200">
                <a:solidFill>
                  <a:schemeClr val="dk1"/>
                </a:solidFill>
              </a:defRPr>
            </a:lvl1pPr>
            <a:lvl2pPr lvl="1">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2pPr>
            <a:lvl3pPr lvl="2">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3pPr>
            <a:lvl4pPr lvl="3">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4pPr>
            <a:lvl5pPr lvl="4">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5pPr>
            <a:lvl6pPr lvl="5">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6pPr>
            <a:lvl7pPr lvl="6">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7pPr>
            <a:lvl8pPr lvl="7">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8pPr>
            <a:lvl9pPr lvl="8">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9pPr>
          </a:lstStyle>
          <a:p/>
        </p:txBody>
      </p:sp>
      <p:sp>
        <p:nvSpPr>
          <p:cNvPr id="48" name="Google Shape;48;p7"/>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49" name="Google Shape;49;p7"/>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p:txBody>
      </p:sp>
      <p:sp>
        <p:nvSpPr>
          <p:cNvPr id="50" name="Google Shape;50;p7"/>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 Alt 4">
  <p:cSld name="BLANK_3_1_1">
    <p:bg>
      <p:bgPr>
        <a:solidFill>
          <a:schemeClr val="accent1"/>
        </a:solidFill>
      </p:bgPr>
    </p:bg>
    <p:spTree>
      <p:nvGrpSpPr>
        <p:cNvPr id="51" name="Shape 51"/>
        <p:cNvGrpSpPr/>
        <p:nvPr/>
      </p:nvGrpSpPr>
      <p:grpSpPr>
        <a:xfrm>
          <a:off x="0" y="0"/>
          <a:ext cx="0" cy="0"/>
          <a:chOff x="0" y="0"/>
          <a:chExt cx="0" cy="0"/>
        </a:xfrm>
      </p:grpSpPr>
      <p:sp>
        <p:nvSpPr>
          <p:cNvPr id="52" name="Google Shape;52;p8"/>
          <p:cNvSpPr txBox="1"/>
          <p:nvPr>
            <p:ph type="title"/>
          </p:nvPr>
        </p:nvSpPr>
        <p:spPr>
          <a:xfrm>
            <a:off x="283850" y="474875"/>
            <a:ext cx="2773200" cy="1585200"/>
          </a:xfrm>
          <a:prstGeom prst="rect">
            <a:avLst/>
          </a:prstGeom>
        </p:spPr>
        <p:txBody>
          <a:bodyPr anchorCtr="0" anchor="t" bIns="0" lIns="0" spcFirstLastPara="1" rIns="0" wrap="square" tIns="91425">
            <a:normAutofit/>
          </a:bodyPr>
          <a:lstStyle>
            <a:lvl1pPr lvl="0">
              <a:lnSpc>
                <a:spcPct val="70000"/>
              </a:lnSpc>
              <a:spcBef>
                <a:spcPts val="0"/>
              </a:spcBef>
              <a:spcAft>
                <a:spcPts val="0"/>
              </a:spcAft>
              <a:buNone/>
              <a:defRPr sz="6000"/>
            </a:lvl1pPr>
            <a:lvl2pPr lvl="1">
              <a:lnSpc>
                <a:spcPct val="70000"/>
              </a:lnSpc>
              <a:spcBef>
                <a:spcPts val="0"/>
              </a:spcBef>
              <a:spcAft>
                <a:spcPts val="0"/>
              </a:spcAft>
              <a:buNone/>
              <a:defRPr sz="6000"/>
            </a:lvl2pPr>
            <a:lvl3pPr lvl="2">
              <a:lnSpc>
                <a:spcPct val="70000"/>
              </a:lnSpc>
              <a:spcBef>
                <a:spcPts val="0"/>
              </a:spcBef>
              <a:spcAft>
                <a:spcPts val="0"/>
              </a:spcAft>
              <a:buNone/>
              <a:defRPr sz="6000"/>
            </a:lvl3pPr>
            <a:lvl4pPr lvl="3">
              <a:lnSpc>
                <a:spcPct val="70000"/>
              </a:lnSpc>
              <a:spcBef>
                <a:spcPts val="0"/>
              </a:spcBef>
              <a:spcAft>
                <a:spcPts val="0"/>
              </a:spcAft>
              <a:buNone/>
              <a:defRPr sz="6000"/>
            </a:lvl4pPr>
            <a:lvl5pPr lvl="4">
              <a:lnSpc>
                <a:spcPct val="70000"/>
              </a:lnSpc>
              <a:spcBef>
                <a:spcPts val="0"/>
              </a:spcBef>
              <a:spcAft>
                <a:spcPts val="0"/>
              </a:spcAft>
              <a:buNone/>
              <a:defRPr sz="6000"/>
            </a:lvl5pPr>
            <a:lvl6pPr lvl="5">
              <a:lnSpc>
                <a:spcPct val="70000"/>
              </a:lnSpc>
              <a:spcBef>
                <a:spcPts val="0"/>
              </a:spcBef>
              <a:spcAft>
                <a:spcPts val="0"/>
              </a:spcAft>
              <a:buNone/>
              <a:defRPr sz="6000"/>
            </a:lvl6pPr>
            <a:lvl7pPr lvl="6">
              <a:lnSpc>
                <a:spcPct val="70000"/>
              </a:lnSpc>
              <a:spcBef>
                <a:spcPts val="0"/>
              </a:spcBef>
              <a:spcAft>
                <a:spcPts val="0"/>
              </a:spcAft>
              <a:buNone/>
              <a:defRPr sz="6000"/>
            </a:lvl7pPr>
            <a:lvl8pPr lvl="7">
              <a:lnSpc>
                <a:spcPct val="70000"/>
              </a:lnSpc>
              <a:spcBef>
                <a:spcPts val="0"/>
              </a:spcBef>
              <a:spcAft>
                <a:spcPts val="0"/>
              </a:spcAft>
              <a:buNone/>
              <a:defRPr sz="6000"/>
            </a:lvl8pPr>
            <a:lvl9pPr lvl="8">
              <a:lnSpc>
                <a:spcPct val="70000"/>
              </a:lnSpc>
              <a:spcBef>
                <a:spcPts val="0"/>
              </a:spcBef>
              <a:spcAft>
                <a:spcPts val="0"/>
              </a:spcAft>
              <a:buNone/>
              <a:defRPr sz="6000"/>
            </a:lvl9pPr>
          </a:lstStyle>
          <a:p/>
        </p:txBody>
      </p:sp>
      <p:sp>
        <p:nvSpPr>
          <p:cNvPr id="53" name="Google Shape;53;p8"/>
          <p:cNvSpPr txBox="1"/>
          <p:nvPr>
            <p:ph idx="1" type="subTitle"/>
          </p:nvPr>
        </p:nvSpPr>
        <p:spPr>
          <a:xfrm>
            <a:off x="284850" y="3602000"/>
            <a:ext cx="2773200" cy="804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Inter"/>
              <a:buNone/>
              <a:defRPr sz="1200"/>
            </a:lvl1pPr>
            <a:lvl2pPr lvl="1">
              <a:spcBef>
                <a:spcPts val="0"/>
              </a:spcBef>
              <a:spcAft>
                <a:spcPts val="0"/>
              </a:spcAft>
              <a:buClr>
                <a:schemeClr val="lt1"/>
              </a:buClr>
              <a:buSzPts val="1200"/>
              <a:buFont typeface="Inter"/>
              <a:buNone/>
              <a:defRPr sz="1200">
                <a:latin typeface="Inter"/>
                <a:ea typeface="Inter"/>
                <a:cs typeface="Inter"/>
                <a:sym typeface="Inter"/>
              </a:defRPr>
            </a:lvl2pPr>
            <a:lvl3pPr lvl="2">
              <a:spcBef>
                <a:spcPts val="0"/>
              </a:spcBef>
              <a:spcAft>
                <a:spcPts val="0"/>
              </a:spcAft>
              <a:buClr>
                <a:schemeClr val="lt1"/>
              </a:buClr>
              <a:buSzPts val="1200"/>
              <a:buFont typeface="Inter"/>
              <a:buNone/>
              <a:defRPr sz="1200">
                <a:latin typeface="Inter"/>
                <a:ea typeface="Inter"/>
                <a:cs typeface="Inter"/>
                <a:sym typeface="Inter"/>
              </a:defRPr>
            </a:lvl3pPr>
            <a:lvl4pPr lvl="3">
              <a:spcBef>
                <a:spcPts val="0"/>
              </a:spcBef>
              <a:spcAft>
                <a:spcPts val="0"/>
              </a:spcAft>
              <a:buClr>
                <a:schemeClr val="lt1"/>
              </a:buClr>
              <a:buSzPts val="1200"/>
              <a:buFont typeface="Inter"/>
              <a:buNone/>
              <a:defRPr sz="1200">
                <a:latin typeface="Inter"/>
                <a:ea typeface="Inter"/>
                <a:cs typeface="Inter"/>
                <a:sym typeface="Inter"/>
              </a:defRPr>
            </a:lvl4pPr>
            <a:lvl5pPr lvl="4">
              <a:spcBef>
                <a:spcPts val="0"/>
              </a:spcBef>
              <a:spcAft>
                <a:spcPts val="0"/>
              </a:spcAft>
              <a:buClr>
                <a:schemeClr val="lt1"/>
              </a:buClr>
              <a:buSzPts val="1200"/>
              <a:buFont typeface="Inter"/>
              <a:buNone/>
              <a:defRPr sz="1200">
                <a:latin typeface="Inter"/>
                <a:ea typeface="Inter"/>
                <a:cs typeface="Inter"/>
                <a:sym typeface="Inter"/>
              </a:defRPr>
            </a:lvl5pPr>
            <a:lvl6pPr lvl="5">
              <a:spcBef>
                <a:spcPts val="0"/>
              </a:spcBef>
              <a:spcAft>
                <a:spcPts val="0"/>
              </a:spcAft>
              <a:buClr>
                <a:schemeClr val="lt1"/>
              </a:buClr>
              <a:buSzPts val="1200"/>
              <a:buFont typeface="Inter"/>
              <a:buNone/>
              <a:defRPr sz="1200">
                <a:latin typeface="Inter"/>
                <a:ea typeface="Inter"/>
                <a:cs typeface="Inter"/>
                <a:sym typeface="Inter"/>
              </a:defRPr>
            </a:lvl6pPr>
            <a:lvl7pPr lvl="6">
              <a:spcBef>
                <a:spcPts val="0"/>
              </a:spcBef>
              <a:spcAft>
                <a:spcPts val="0"/>
              </a:spcAft>
              <a:buClr>
                <a:schemeClr val="lt1"/>
              </a:buClr>
              <a:buSzPts val="1200"/>
              <a:buFont typeface="Inter"/>
              <a:buNone/>
              <a:defRPr sz="1200">
                <a:latin typeface="Inter"/>
                <a:ea typeface="Inter"/>
                <a:cs typeface="Inter"/>
                <a:sym typeface="Inter"/>
              </a:defRPr>
            </a:lvl7pPr>
            <a:lvl8pPr lvl="7">
              <a:spcBef>
                <a:spcPts val="0"/>
              </a:spcBef>
              <a:spcAft>
                <a:spcPts val="0"/>
              </a:spcAft>
              <a:buClr>
                <a:schemeClr val="lt1"/>
              </a:buClr>
              <a:buSzPts val="1200"/>
              <a:buFont typeface="Inter"/>
              <a:buNone/>
              <a:defRPr sz="1200">
                <a:latin typeface="Inter"/>
                <a:ea typeface="Inter"/>
                <a:cs typeface="Inter"/>
                <a:sym typeface="Inter"/>
              </a:defRPr>
            </a:lvl8pPr>
            <a:lvl9pPr lvl="8">
              <a:spcBef>
                <a:spcPts val="0"/>
              </a:spcBef>
              <a:spcAft>
                <a:spcPts val="0"/>
              </a:spcAft>
              <a:buClr>
                <a:schemeClr val="lt1"/>
              </a:buClr>
              <a:buSzPts val="1200"/>
              <a:buFont typeface="Inter"/>
              <a:buNone/>
              <a:defRPr sz="1200">
                <a:latin typeface="Inter"/>
                <a:ea typeface="Inter"/>
                <a:cs typeface="Inter"/>
                <a:sym typeface="Inter"/>
              </a:defRPr>
            </a:lvl9pPr>
          </a:lstStyle>
          <a:p/>
        </p:txBody>
      </p:sp>
      <p:sp>
        <p:nvSpPr>
          <p:cNvPr id="54" name="Google Shape;54;p8"/>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5" name="Google Shape;55;p8"/>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8"/>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8"/>
          <p:cNvSpPr/>
          <p:nvPr>
            <p:ph idx="4" type="pic"/>
          </p:nvPr>
        </p:nvSpPr>
        <p:spPr>
          <a:xfrm>
            <a:off x="3185700" y="291263"/>
            <a:ext cx="5671200" cy="4387800"/>
          </a:xfrm>
          <a:prstGeom prst="rect">
            <a:avLst/>
          </a:prstGeom>
          <a:noFill/>
          <a:ln>
            <a:no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Alt 2">
  <p:cSld name="BLANK_1_1_1_1_1_1_1_1_1_1_2">
    <p:bg>
      <p:bgPr>
        <a:solidFill>
          <a:schemeClr val="lt1"/>
        </a:solidFill>
      </p:bgPr>
    </p:bg>
    <p:spTree>
      <p:nvGrpSpPr>
        <p:cNvPr id="58" name="Shape 58"/>
        <p:cNvGrpSpPr/>
        <p:nvPr/>
      </p:nvGrpSpPr>
      <p:grpSpPr>
        <a:xfrm>
          <a:off x="0" y="0"/>
          <a:ext cx="0" cy="0"/>
          <a:chOff x="0" y="0"/>
          <a:chExt cx="0" cy="0"/>
        </a:xfrm>
      </p:grpSpPr>
      <p:sp>
        <p:nvSpPr>
          <p:cNvPr id="59" name="Google Shape;59;p9"/>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60" name="Google Shape;60;p9"/>
          <p:cNvSpPr txBox="1"/>
          <p:nvPr>
            <p:ph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p:txBody>
      </p:sp>
      <p:sp>
        <p:nvSpPr>
          <p:cNvPr id="61" name="Google Shape;61;p9"/>
          <p:cNvSpPr txBox="1"/>
          <p:nvPr>
            <p:ph idx="2"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5">
  <p:cSld name="BLANK_1_1_1_1_1_1_1_1_1_1_1_2_1">
    <p:bg>
      <p:bgPr>
        <a:solidFill>
          <a:schemeClr val="lt1"/>
        </a:solidFill>
      </p:bgPr>
    </p:bg>
    <p:spTree>
      <p:nvGrpSpPr>
        <p:cNvPr id="62" name="Shape 62"/>
        <p:cNvGrpSpPr/>
        <p:nvPr/>
      </p:nvGrpSpPr>
      <p:grpSpPr>
        <a:xfrm>
          <a:off x="0" y="0"/>
          <a:ext cx="0" cy="0"/>
          <a:chOff x="0" y="0"/>
          <a:chExt cx="0" cy="0"/>
        </a:xfrm>
      </p:grpSpPr>
      <p:sp>
        <p:nvSpPr>
          <p:cNvPr id="63" name="Google Shape;63;p10"/>
          <p:cNvSpPr txBox="1"/>
          <p:nvPr>
            <p:ph type="title"/>
          </p:nvPr>
        </p:nvSpPr>
        <p:spPr>
          <a:xfrm>
            <a:off x="283850" y="285900"/>
            <a:ext cx="4227600" cy="309300"/>
          </a:xfrm>
          <a:prstGeom prst="rect">
            <a:avLst/>
          </a:prstGeom>
        </p:spPr>
        <p:txBody>
          <a:bodyPr anchorCtr="0" anchor="t" bIns="0" lIns="0" spcFirstLastPara="1" rIns="0" wrap="square" tIns="0">
            <a:spAutoFit/>
          </a:bodyPr>
          <a:lstStyle>
            <a:lvl1pPr lvl="0">
              <a:lnSpc>
                <a:spcPct val="70000"/>
              </a:lnSpc>
              <a:spcBef>
                <a:spcPts val="0"/>
              </a:spcBef>
              <a:spcAft>
                <a:spcPts val="0"/>
              </a:spcAft>
              <a:buNone/>
              <a:defRPr sz="1800">
                <a:solidFill>
                  <a:schemeClr val="dk1"/>
                </a:solidFill>
              </a:defRPr>
            </a:lvl1pPr>
            <a:lvl2pPr lvl="1">
              <a:lnSpc>
                <a:spcPct val="70000"/>
              </a:lnSpc>
              <a:spcBef>
                <a:spcPts val="0"/>
              </a:spcBef>
              <a:spcAft>
                <a:spcPts val="0"/>
              </a:spcAft>
              <a:buNone/>
              <a:defRPr sz="1800">
                <a:solidFill>
                  <a:schemeClr val="dk1"/>
                </a:solidFill>
              </a:defRPr>
            </a:lvl2pPr>
            <a:lvl3pPr lvl="2">
              <a:lnSpc>
                <a:spcPct val="70000"/>
              </a:lnSpc>
              <a:spcBef>
                <a:spcPts val="0"/>
              </a:spcBef>
              <a:spcAft>
                <a:spcPts val="0"/>
              </a:spcAft>
              <a:buNone/>
              <a:defRPr sz="1800">
                <a:solidFill>
                  <a:schemeClr val="dk1"/>
                </a:solidFill>
              </a:defRPr>
            </a:lvl3pPr>
            <a:lvl4pPr lvl="3">
              <a:lnSpc>
                <a:spcPct val="70000"/>
              </a:lnSpc>
              <a:spcBef>
                <a:spcPts val="0"/>
              </a:spcBef>
              <a:spcAft>
                <a:spcPts val="0"/>
              </a:spcAft>
              <a:buNone/>
              <a:defRPr sz="1800">
                <a:solidFill>
                  <a:schemeClr val="dk1"/>
                </a:solidFill>
              </a:defRPr>
            </a:lvl4pPr>
            <a:lvl5pPr lvl="4">
              <a:lnSpc>
                <a:spcPct val="70000"/>
              </a:lnSpc>
              <a:spcBef>
                <a:spcPts val="0"/>
              </a:spcBef>
              <a:spcAft>
                <a:spcPts val="0"/>
              </a:spcAft>
              <a:buNone/>
              <a:defRPr sz="1800">
                <a:solidFill>
                  <a:schemeClr val="dk1"/>
                </a:solidFill>
              </a:defRPr>
            </a:lvl5pPr>
            <a:lvl6pPr lvl="5">
              <a:lnSpc>
                <a:spcPct val="70000"/>
              </a:lnSpc>
              <a:spcBef>
                <a:spcPts val="0"/>
              </a:spcBef>
              <a:spcAft>
                <a:spcPts val="0"/>
              </a:spcAft>
              <a:buNone/>
              <a:defRPr sz="1800">
                <a:solidFill>
                  <a:schemeClr val="dk1"/>
                </a:solidFill>
              </a:defRPr>
            </a:lvl6pPr>
            <a:lvl7pPr lvl="6">
              <a:lnSpc>
                <a:spcPct val="70000"/>
              </a:lnSpc>
              <a:spcBef>
                <a:spcPts val="0"/>
              </a:spcBef>
              <a:spcAft>
                <a:spcPts val="0"/>
              </a:spcAft>
              <a:buNone/>
              <a:defRPr sz="1800">
                <a:solidFill>
                  <a:schemeClr val="dk1"/>
                </a:solidFill>
              </a:defRPr>
            </a:lvl7pPr>
            <a:lvl8pPr lvl="7">
              <a:lnSpc>
                <a:spcPct val="70000"/>
              </a:lnSpc>
              <a:spcBef>
                <a:spcPts val="0"/>
              </a:spcBef>
              <a:spcAft>
                <a:spcPts val="0"/>
              </a:spcAft>
              <a:buNone/>
              <a:defRPr sz="1800">
                <a:solidFill>
                  <a:schemeClr val="dk1"/>
                </a:solidFill>
              </a:defRPr>
            </a:lvl8pPr>
            <a:lvl9pPr lvl="8">
              <a:lnSpc>
                <a:spcPct val="70000"/>
              </a:lnSpc>
              <a:spcBef>
                <a:spcPts val="0"/>
              </a:spcBef>
              <a:spcAft>
                <a:spcPts val="0"/>
              </a:spcAft>
              <a:buNone/>
              <a:defRPr sz="1800">
                <a:solidFill>
                  <a:schemeClr val="dk1"/>
                </a:solidFill>
              </a:defRPr>
            </a:lvl9pPr>
          </a:lstStyle>
          <a:p/>
        </p:txBody>
      </p:sp>
      <p:sp>
        <p:nvSpPr>
          <p:cNvPr id="64" name="Google Shape;64;p10"/>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65" name="Google Shape;65;p10"/>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66" name="Google Shape;66;p10"/>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67" name="Google Shape;67;p10"/>
          <p:cNvSpPr txBox="1"/>
          <p:nvPr>
            <p:ph idx="1" type="subTitle"/>
          </p:nvPr>
        </p:nvSpPr>
        <p:spPr>
          <a:xfrm>
            <a:off x="1125100" y="2345400"/>
            <a:ext cx="5559300" cy="773700"/>
          </a:xfrm>
          <a:prstGeom prst="rect">
            <a:avLst/>
          </a:prstGeom>
        </p:spPr>
        <p:txBody>
          <a:bodyPr anchorCtr="0" anchor="ctr" bIns="0" lIns="0" spcFirstLastPara="1" rIns="0" wrap="square" tIns="0">
            <a:noAutofit/>
          </a:bodyPr>
          <a:lstStyle>
            <a:lvl1pPr lvl="0">
              <a:lnSpc>
                <a:spcPct val="70000"/>
              </a:lnSpc>
              <a:spcBef>
                <a:spcPts val="0"/>
              </a:spcBef>
              <a:spcAft>
                <a:spcPts val="0"/>
              </a:spcAft>
              <a:buClr>
                <a:schemeClr val="dk1"/>
              </a:buClr>
              <a:buSzPts val="3600"/>
              <a:buFont typeface="Inter"/>
              <a:buNone/>
              <a:defRPr sz="3600">
                <a:solidFill>
                  <a:schemeClr val="dk1"/>
                </a:solidFill>
              </a:defRPr>
            </a:lvl1pPr>
            <a:lvl2pPr lvl="1">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68" name="Google Shape;68;p10"/>
          <p:cNvSpPr txBox="1"/>
          <p:nvPr>
            <p:ph idx="4" type="subTitle"/>
          </p:nvPr>
        </p:nvSpPr>
        <p:spPr>
          <a:xfrm flipH="1">
            <a:off x="6801950" y="2345400"/>
            <a:ext cx="2055000" cy="773700"/>
          </a:xfrm>
          <a:prstGeom prst="rect">
            <a:avLst/>
          </a:prstGeom>
        </p:spPr>
        <p:txBody>
          <a:bodyPr anchorCtr="0" anchor="ctr" bIns="0" lIns="0" spcFirstLastPara="1" rIns="0" wrap="square" tIns="0">
            <a:noAutofit/>
          </a:bodyPr>
          <a:lstStyle>
            <a:lvl1pPr lvl="0" algn="r">
              <a:lnSpc>
                <a:spcPct val="70000"/>
              </a:lnSpc>
              <a:spcBef>
                <a:spcPts val="0"/>
              </a:spcBef>
              <a:spcAft>
                <a:spcPts val="0"/>
              </a:spcAft>
              <a:buClr>
                <a:schemeClr val="dk1"/>
              </a:buClr>
              <a:buSzPts val="1400"/>
              <a:buFont typeface="Inter"/>
              <a:buNone/>
              <a:defRPr>
                <a:solidFill>
                  <a:schemeClr val="dk1"/>
                </a:solidFill>
              </a:defRPr>
            </a:lvl1pPr>
            <a:lvl2pPr lvl="1"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69" name="Google Shape;69;p10"/>
          <p:cNvSpPr txBox="1"/>
          <p:nvPr>
            <p:ph idx="5" type="subTitle"/>
          </p:nvPr>
        </p:nvSpPr>
        <p:spPr>
          <a:xfrm>
            <a:off x="1125100" y="1555600"/>
            <a:ext cx="5559300" cy="773700"/>
          </a:xfrm>
          <a:prstGeom prst="rect">
            <a:avLst/>
          </a:prstGeom>
        </p:spPr>
        <p:txBody>
          <a:bodyPr anchorCtr="0" anchor="ctr" bIns="0" lIns="0" spcFirstLastPara="1" rIns="0" wrap="square" tIns="0">
            <a:noAutofit/>
          </a:bodyPr>
          <a:lstStyle>
            <a:lvl1pPr lvl="0">
              <a:lnSpc>
                <a:spcPct val="70000"/>
              </a:lnSpc>
              <a:spcBef>
                <a:spcPts val="0"/>
              </a:spcBef>
              <a:spcAft>
                <a:spcPts val="0"/>
              </a:spcAft>
              <a:buClr>
                <a:schemeClr val="dk1"/>
              </a:buClr>
              <a:buSzPts val="3600"/>
              <a:buFont typeface="Inter"/>
              <a:buNone/>
              <a:defRPr sz="3600">
                <a:solidFill>
                  <a:schemeClr val="dk1"/>
                </a:solidFill>
              </a:defRPr>
            </a:lvl1pPr>
            <a:lvl2pPr lvl="1">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70" name="Google Shape;70;p10"/>
          <p:cNvSpPr txBox="1"/>
          <p:nvPr>
            <p:ph idx="6" type="subTitle"/>
          </p:nvPr>
        </p:nvSpPr>
        <p:spPr>
          <a:xfrm flipH="1">
            <a:off x="6801950" y="1555600"/>
            <a:ext cx="2055000" cy="773700"/>
          </a:xfrm>
          <a:prstGeom prst="rect">
            <a:avLst/>
          </a:prstGeom>
        </p:spPr>
        <p:txBody>
          <a:bodyPr anchorCtr="0" anchor="ctr" bIns="0" lIns="0" spcFirstLastPara="1" rIns="0" wrap="square" tIns="0">
            <a:noAutofit/>
          </a:bodyPr>
          <a:lstStyle>
            <a:lvl1pPr lvl="0" algn="r">
              <a:lnSpc>
                <a:spcPct val="70000"/>
              </a:lnSpc>
              <a:spcBef>
                <a:spcPts val="0"/>
              </a:spcBef>
              <a:spcAft>
                <a:spcPts val="0"/>
              </a:spcAft>
              <a:buClr>
                <a:schemeClr val="dk1"/>
              </a:buClr>
              <a:buSzPts val="1400"/>
              <a:buFont typeface="Inter"/>
              <a:buNone/>
              <a:defRPr>
                <a:solidFill>
                  <a:schemeClr val="dk1"/>
                </a:solidFill>
              </a:defRPr>
            </a:lvl1pPr>
            <a:lvl2pPr lvl="1"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71" name="Google Shape;71;p10"/>
          <p:cNvSpPr txBox="1"/>
          <p:nvPr>
            <p:ph idx="7" type="subTitle"/>
          </p:nvPr>
        </p:nvSpPr>
        <p:spPr>
          <a:xfrm>
            <a:off x="1125100" y="3123163"/>
            <a:ext cx="5559300" cy="773700"/>
          </a:xfrm>
          <a:prstGeom prst="rect">
            <a:avLst/>
          </a:prstGeom>
        </p:spPr>
        <p:txBody>
          <a:bodyPr anchorCtr="0" anchor="ctr" bIns="0" lIns="0" spcFirstLastPara="1" rIns="0" wrap="square" tIns="0">
            <a:noAutofit/>
          </a:bodyPr>
          <a:lstStyle>
            <a:lvl1pPr lvl="0">
              <a:lnSpc>
                <a:spcPct val="70000"/>
              </a:lnSpc>
              <a:spcBef>
                <a:spcPts val="0"/>
              </a:spcBef>
              <a:spcAft>
                <a:spcPts val="0"/>
              </a:spcAft>
              <a:buClr>
                <a:schemeClr val="dk1"/>
              </a:buClr>
              <a:buSzPts val="3600"/>
              <a:buFont typeface="Inter"/>
              <a:buNone/>
              <a:defRPr sz="3600">
                <a:solidFill>
                  <a:schemeClr val="dk1"/>
                </a:solidFill>
              </a:defRPr>
            </a:lvl1pPr>
            <a:lvl2pPr lvl="1">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72" name="Google Shape;72;p10"/>
          <p:cNvSpPr txBox="1"/>
          <p:nvPr>
            <p:ph idx="8" type="subTitle"/>
          </p:nvPr>
        </p:nvSpPr>
        <p:spPr>
          <a:xfrm flipH="1">
            <a:off x="6801950" y="3123163"/>
            <a:ext cx="2055000" cy="773700"/>
          </a:xfrm>
          <a:prstGeom prst="rect">
            <a:avLst/>
          </a:prstGeom>
        </p:spPr>
        <p:txBody>
          <a:bodyPr anchorCtr="0" anchor="ctr" bIns="0" lIns="0" spcFirstLastPara="1" rIns="0" wrap="square" tIns="0">
            <a:noAutofit/>
          </a:bodyPr>
          <a:lstStyle>
            <a:lvl1pPr lvl="0" algn="r">
              <a:lnSpc>
                <a:spcPct val="70000"/>
              </a:lnSpc>
              <a:spcBef>
                <a:spcPts val="0"/>
              </a:spcBef>
              <a:spcAft>
                <a:spcPts val="0"/>
              </a:spcAft>
              <a:buClr>
                <a:schemeClr val="dk1"/>
              </a:buClr>
              <a:buSzPts val="1400"/>
              <a:buFont typeface="Inter"/>
              <a:buNone/>
              <a:defRPr>
                <a:solidFill>
                  <a:schemeClr val="dk1"/>
                </a:solidFill>
              </a:defRPr>
            </a:lvl1pPr>
            <a:lvl2pPr lvl="1"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73" name="Google Shape;73;p10"/>
          <p:cNvSpPr txBox="1"/>
          <p:nvPr>
            <p:ph idx="9" type="subTitle"/>
          </p:nvPr>
        </p:nvSpPr>
        <p:spPr>
          <a:xfrm>
            <a:off x="1125100" y="3902913"/>
            <a:ext cx="5559300" cy="773700"/>
          </a:xfrm>
          <a:prstGeom prst="rect">
            <a:avLst/>
          </a:prstGeom>
        </p:spPr>
        <p:txBody>
          <a:bodyPr anchorCtr="0" anchor="ctr" bIns="0" lIns="0" spcFirstLastPara="1" rIns="0" wrap="square" tIns="0">
            <a:noAutofit/>
          </a:bodyPr>
          <a:lstStyle>
            <a:lvl1pPr lvl="0">
              <a:lnSpc>
                <a:spcPct val="70000"/>
              </a:lnSpc>
              <a:spcBef>
                <a:spcPts val="0"/>
              </a:spcBef>
              <a:spcAft>
                <a:spcPts val="0"/>
              </a:spcAft>
              <a:buClr>
                <a:schemeClr val="dk1"/>
              </a:buClr>
              <a:buSzPts val="3600"/>
              <a:buFont typeface="Inter"/>
              <a:buNone/>
              <a:defRPr sz="3600">
                <a:solidFill>
                  <a:schemeClr val="dk1"/>
                </a:solidFill>
              </a:defRPr>
            </a:lvl1pPr>
            <a:lvl2pPr lvl="1">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74" name="Google Shape;74;p10"/>
          <p:cNvSpPr txBox="1"/>
          <p:nvPr>
            <p:ph idx="13" type="subTitle"/>
          </p:nvPr>
        </p:nvSpPr>
        <p:spPr>
          <a:xfrm flipH="1">
            <a:off x="6801950" y="3902913"/>
            <a:ext cx="2055000" cy="773700"/>
          </a:xfrm>
          <a:prstGeom prst="rect">
            <a:avLst/>
          </a:prstGeom>
        </p:spPr>
        <p:txBody>
          <a:bodyPr anchorCtr="0" anchor="ctr" bIns="0" lIns="0" spcFirstLastPara="1" rIns="0" wrap="square" tIns="0">
            <a:noAutofit/>
          </a:bodyPr>
          <a:lstStyle>
            <a:lvl1pPr lvl="0" algn="r">
              <a:lnSpc>
                <a:spcPct val="70000"/>
              </a:lnSpc>
              <a:spcBef>
                <a:spcPts val="0"/>
              </a:spcBef>
              <a:spcAft>
                <a:spcPts val="0"/>
              </a:spcAft>
              <a:buClr>
                <a:schemeClr val="dk1"/>
              </a:buClr>
              <a:buSzPts val="1400"/>
              <a:buFont typeface="Inter"/>
              <a:buNone/>
              <a:defRPr>
                <a:solidFill>
                  <a:schemeClr val="dk1"/>
                </a:solidFill>
              </a:defRPr>
            </a:lvl1pPr>
            <a:lvl2pPr lvl="1"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3">
  <p:cSld name="CUSTOM_1">
    <p:bg>
      <p:bgPr>
        <a:solidFill>
          <a:schemeClr val="lt1"/>
        </a:solidFill>
      </p:bgPr>
    </p:bg>
    <p:spTree>
      <p:nvGrpSpPr>
        <p:cNvPr id="75" name="Shape 75"/>
        <p:cNvGrpSpPr/>
        <p:nvPr/>
      </p:nvGrpSpPr>
      <p:grpSpPr>
        <a:xfrm>
          <a:off x="0" y="0"/>
          <a:ext cx="0" cy="0"/>
          <a:chOff x="0" y="0"/>
          <a:chExt cx="0" cy="0"/>
        </a:xfrm>
      </p:grpSpPr>
      <p:sp>
        <p:nvSpPr>
          <p:cNvPr id="76" name="Google Shape;76;p11"/>
          <p:cNvSpPr/>
          <p:nvPr>
            <p:ph idx="2" type="pic"/>
          </p:nvPr>
        </p:nvSpPr>
        <p:spPr>
          <a:xfrm>
            <a:off x="283850" y="2178075"/>
            <a:ext cx="4227600" cy="2505600"/>
          </a:xfrm>
          <a:prstGeom prst="rect">
            <a:avLst/>
          </a:prstGeom>
          <a:noFill/>
          <a:ln>
            <a:noFill/>
          </a:ln>
        </p:spPr>
      </p:sp>
      <p:sp>
        <p:nvSpPr>
          <p:cNvPr id="77" name="Google Shape;77;p11"/>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78" name="Google Shape;78;p11"/>
          <p:cNvSpPr txBox="1"/>
          <p:nvPr>
            <p:ph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79" name="Google Shape;79;p11"/>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80" name="Google Shape;80;p11"/>
          <p:cNvSpPr txBox="1"/>
          <p:nvPr>
            <p:ph idx="4" type="title"/>
          </p:nvPr>
        </p:nvSpPr>
        <p:spPr>
          <a:xfrm>
            <a:off x="283850" y="285900"/>
            <a:ext cx="56742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81" name="Google Shape;81;p11"/>
          <p:cNvSpPr txBox="1"/>
          <p:nvPr>
            <p:ph idx="1" type="body"/>
          </p:nvPr>
        </p:nvSpPr>
        <p:spPr>
          <a:xfrm>
            <a:off x="4629300" y="2636275"/>
            <a:ext cx="4227600" cy="2047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82" name="Google Shape;82;p11"/>
          <p:cNvSpPr/>
          <p:nvPr/>
        </p:nvSpPr>
        <p:spPr>
          <a:xfrm rot="10800000">
            <a:off x="8020323" y="286810"/>
            <a:ext cx="836528" cy="836365"/>
          </a:xfrm>
          <a:custGeom>
            <a:rect b="b" l="l" r="r" t="t"/>
            <a:pathLst>
              <a:path extrusionOk="0" h="32645" w="32645">
                <a:moveTo>
                  <a:pt x="2512" y="0"/>
                </a:moveTo>
                <a:lnTo>
                  <a:pt x="2512" y="5023"/>
                </a:lnTo>
                <a:lnTo>
                  <a:pt x="24107" y="5023"/>
                </a:lnTo>
                <a:lnTo>
                  <a:pt x="1" y="29129"/>
                </a:lnTo>
                <a:lnTo>
                  <a:pt x="3516" y="32644"/>
                </a:lnTo>
                <a:lnTo>
                  <a:pt x="27623" y="8538"/>
                </a:lnTo>
                <a:lnTo>
                  <a:pt x="27623" y="30133"/>
                </a:lnTo>
                <a:lnTo>
                  <a:pt x="32645" y="30133"/>
                </a:lnTo>
                <a:lnTo>
                  <a:pt x="32645" y="0"/>
                </a:lnTo>
                <a:close/>
              </a:path>
            </a:pathLst>
          </a:cu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4">
  <p:cSld name="BLANK_1_1_1_1_1_1_1_1_1_1_1_1_3">
    <p:bg>
      <p:bgPr>
        <a:solidFill>
          <a:schemeClr val="lt1"/>
        </a:solidFill>
      </p:bgPr>
    </p:bg>
    <p:spTree>
      <p:nvGrpSpPr>
        <p:cNvPr id="83" name="Shape 83"/>
        <p:cNvGrpSpPr/>
        <p:nvPr/>
      </p:nvGrpSpPr>
      <p:grpSpPr>
        <a:xfrm>
          <a:off x="0" y="0"/>
          <a:ext cx="0" cy="0"/>
          <a:chOff x="0" y="0"/>
          <a:chExt cx="0" cy="0"/>
        </a:xfrm>
      </p:grpSpPr>
      <p:sp>
        <p:nvSpPr>
          <p:cNvPr id="84" name="Google Shape;84;p12"/>
          <p:cNvSpPr/>
          <p:nvPr>
            <p:ph idx="2" type="pic"/>
          </p:nvPr>
        </p:nvSpPr>
        <p:spPr>
          <a:xfrm>
            <a:off x="4629750" y="0"/>
            <a:ext cx="4227000" cy="4683600"/>
          </a:xfrm>
          <a:prstGeom prst="roundRect">
            <a:avLst>
              <a:gd fmla="val 0" name="adj"/>
            </a:avLst>
          </a:prstGeom>
          <a:noFill/>
          <a:ln>
            <a:noFill/>
          </a:ln>
        </p:spPr>
      </p:sp>
      <p:sp>
        <p:nvSpPr>
          <p:cNvPr id="85" name="Google Shape;85;p12"/>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86" name="Google Shape;86;p12"/>
          <p:cNvSpPr txBox="1"/>
          <p:nvPr>
            <p:ph type="title"/>
          </p:nvPr>
        </p:nvSpPr>
        <p:spPr>
          <a:xfrm>
            <a:off x="283850" y="285900"/>
            <a:ext cx="42276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87" name="Google Shape;87;p12"/>
          <p:cNvSpPr txBox="1"/>
          <p:nvPr>
            <p:ph idx="1" type="body"/>
          </p:nvPr>
        </p:nvSpPr>
        <p:spPr>
          <a:xfrm>
            <a:off x="763175" y="2599225"/>
            <a:ext cx="3748800" cy="20844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Clr>
                <a:schemeClr val="dk1"/>
              </a:buClr>
              <a:buSzPts val="1000"/>
              <a:buChar char="●"/>
              <a:defRPr sz="1000">
                <a:solidFill>
                  <a:schemeClr val="dk1"/>
                </a:solidFill>
              </a:defRPr>
            </a:lvl1pPr>
            <a:lvl2pPr indent="-292100" lvl="1" marL="914400">
              <a:lnSpc>
                <a:spcPct val="100000"/>
              </a:lnSpc>
              <a:spcBef>
                <a:spcPts val="0"/>
              </a:spcBef>
              <a:spcAft>
                <a:spcPts val="0"/>
              </a:spcAft>
              <a:buClr>
                <a:schemeClr val="dk1"/>
              </a:buClr>
              <a:buSzPts val="1000"/>
              <a:buChar char="○"/>
              <a:defRPr sz="1000">
                <a:solidFill>
                  <a:schemeClr val="dk1"/>
                </a:solidFill>
              </a:defRPr>
            </a:lvl2pPr>
            <a:lvl3pPr indent="-292100" lvl="2" marL="1371600">
              <a:lnSpc>
                <a:spcPct val="100000"/>
              </a:lnSpc>
              <a:spcBef>
                <a:spcPts val="0"/>
              </a:spcBef>
              <a:spcAft>
                <a:spcPts val="0"/>
              </a:spcAft>
              <a:buClr>
                <a:schemeClr val="dk1"/>
              </a:buClr>
              <a:buSzPts val="1000"/>
              <a:buChar char="■"/>
              <a:defRPr sz="1000">
                <a:solidFill>
                  <a:schemeClr val="dk1"/>
                </a:solidFill>
              </a:defRPr>
            </a:lvl3pPr>
            <a:lvl4pPr indent="-292100" lvl="3" marL="1828800">
              <a:lnSpc>
                <a:spcPct val="100000"/>
              </a:lnSpc>
              <a:spcBef>
                <a:spcPts val="0"/>
              </a:spcBef>
              <a:spcAft>
                <a:spcPts val="0"/>
              </a:spcAft>
              <a:buClr>
                <a:schemeClr val="dk1"/>
              </a:buClr>
              <a:buSzPts val="1000"/>
              <a:buChar char="●"/>
              <a:defRPr sz="1000">
                <a:solidFill>
                  <a:schemeClr val="dk1"/>
                </a:solidFill>
              </a:defRPr>
            </a:lvl4pPr>
            <a:lvl5pPr indent="-292100" lvl="4" marL="2286000">
              <a:lnSpc>
                <a:spcPct val="100000"/>
              </a:lnSpc>
              <a:spcBef>
                <a:spcPts val="0"/>
              </a:spcBef>
              <a:spcAft>
                <a:spcPts val="0"/>
              </a:spcAft>
              <a:buClr>
                <a:schemeClr val="dk1"/>
              </a:buClr>
              <a:buSzPts val="1000"/>
              <a:buChar char="○"/>
              <a:defRPr sz="1000">
                <a:solidFill>
                  <a:schemeClr val="dk1"/>
                </a:solidFill>
              </a:defRPr>
            </a:lvl5pPr>
            <a:lvl6pPr indent="-292100" lvl="5" marL="2743200">
              <a:lnSpc>
                <a:spcPct val="100000"/>
              </a:lnSpc>
              <a:spcBef>
                <a:spcPts val="0"/>
              </a:spcBef>
              <a:spcAft>
                <a:spcPts val="0"/>
              </a:spcAft>
              <a:buClr>
                <a:schemeClr val="dk1"/>
              </a:buClr>
              <a:buSzPts val="1000"/>
              <a:buChar char="■"/>
              <a:defRPr sz="1000">
                <a:solidFill>
                  <a:schemeClr val="dk1"/>
                </a:solidFill>
              </a:defRPr>
            </a:lvl6pPr>
            <a:lvl7pPr indent="-292100" lvl="6" marL="3200400">
              <a:lnSpc>
                <a:spcPct val="100000"/>
              </a:lnSpc>
              <a:spcBef>
                <a:spcPts val="0"/>
              </a:spcBef>
              <a:spcAft>
                <a:spcPts val="0"/>
              </a:spcAft>
              <a:buClr>
                <a:schemeClr val="dk1"/>
              </a:buClr>
              <a:buSzPts val="1000"/>
              <a:buChar char="●"/>
              <a:defRPr sz="1000">
                <a:solidFill>
                  <a:schemeClr val="dk1"/>
                </a:solidFill>
              </a:defRPr>
            </a:lvl7pPr>
            <a:lvl8pPr indent="-292100" lvl="7" marL="3657600">
              <a:lnSpc>
                <a:spcPct val="100000"/>
              </a:lnSpc>
              <a:spcBef>
                <a:spcPts val="0"/>
              </a:spcBef>
              <a:spcAft>
                <a:spcPts val="0"/>
              </a:spcAft>
              <a:buClr>
                <a:schemeClr val="dk1"/>
              </a:buClr>
              <a:buSzPts val="1000"/>
              <a:buChar char="○"/>
              <a:defRPr sz="1000">
                <a:solidFill>
                  <a:schemeClr val="dk1"/>
                </a:solidFill>
              </a:defRPr>
            </a:lvl8pPr>
            <a:lvl9pPr indent="-292100" lvl="8" marL="4114800">
              <a:lnSpc>
                <a:spcPct val="100000"/>
              </a:lnSpc>
              <a:spcBef>
                <a:spcPts val="0"/>
              </a:spcBef>
              <a:spcAft>
                <a:spcPts val="0"/>
              </a:spcAft>
              <a:buClr>
                <a:schemeClr val="dk1"/>
              </a:buClr>
              <a:buSzPts val="1000"/>
              <a:buChar char="■"/>
              <a:defRPr sz="1000">
                <a:solidFill>
                  <a:schemeClr val="dk1"/>
                </a:solidFill>
              </a:defRPr>
            </a:lvl9pPr>
          </a:lstStyle>
          <a:p/>
        </p:txBody>
      </p:sp>
      <p:sp>
        <p:nvSpPr>
          <p:cNvPr id="88" name="Google Shape;88;p12"/>
          <p:cNvSpPr txBox="1"/>
          <p:nvPr>
            <p:ph idx="3"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89" name="Google Shape;89;p12"/>
          <p:cNvSpPr txBox="1"/>
          <p:nvPr>
            <p:ph idx="4"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5">
  <p:cSld name="BLANK_1_1_1_1_1_1_1_1_1_1_1_1_3_1_1">
    <p:bg>
      <p:bgPr>
        <a:solidFill>
          <a:schemeClr val="lt1"/>
        </a:solidFill>
      </p:bgPr>
    </p:bg>
    <p:spTree>
      <p:nvGrpSpPr>
        <p:cNvPr id="90" name="Shape 90"/>
        <p:cNvGrpSpPr/>
        <p:nvPr/>
      </p:nvGrpSpPr>
      <p:grpSpPr>
        <a:xfrm>
          <a:off x="0" y="0"/>
          <a:ext cx="0" cy="0"/>
          <a:chOff x="0" y="0"/>
          <a:chExt cx="0" cy="0"/>
        </a:xfrm>
      </p:grpSpPr>
      <p:sp>
        <p:nvSpPr>
          <p:cNvPr id="91" name="Google Shape;91;p13"/>
          <p:cNvSpPr/>
          <p:nvPr>
            <p:ph idx="2" type="pic"/>
          </p:nvPr>
        </p:nvSpPr>
        <p:spPr>
          <a:xfrm>
            <a:off x="270275" y="3132475"/>
            <a:ext cx="2770500" cy="1551000"/>
          </a:xfrm>
          <a:prstGeom prst="roundRect">
            <a:avLst>
              <a:gd fmla="val 0" name="adj"/>
            </a:avLst>
          </a:prstGeom>
          <a:noFill/>
          <a:ln>
            <a:noFill/>
          </a:ln>
        </p:spPr>
      </p:sp>
      <p:sp>
        <p:nvSpPr>
          <p:cNvPr id="92" name="Google Shape;92;p13"/>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93" name="Google Shape;93;p13"/>
          <p:cNvSpPr txBox="1"/>
          <p:nvPr>
            <p:ph type="title"/>
          </p:nvPr>
        </p:nvSpPr>
        <p:spPr>
          <a:xfrm>
            <a:off x="283850" y="285900"/>
            <a:ext cx="64008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94" name="Google Shape;94;p13"/>
          <p:cNvSpPr txBox="1"/>
          <p:nvPr>
            <p:ph idx="1" type="body"/>
          </p:nvPr>
        </p:nvSpPr>
        <p:spPr>
          <a:xfrm>
            <a:off x="6086325" y="2599225"/>
            <a:ext cx="2770500" cy="20844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Clr>
                <a:schemeClr val="dk1"/>
              </a:buClr>
              <a:buSzPts val="1000"/>
              <a:buChar char="●"/>
              <a:defRPr sz="1000">
                <a:solidFill>
                  <a:schemeClr val="dk1"/>
                </a:solidFill>
              </a:defRPr>
            </a:lvl1pPr>
            <a:lvl2pPr indent="-292100" lvl="1" marL="914400">
              <a:lnSpc>
                <a:spcPct val="100000"/>
              </a:lnSpc>
              <a:spcBef>
                <a:spcPts val="0"/>
              </a:spcBef>
              <a:spcAft>
                <a:spcPts val="0"/>
              </a:spcAft>
              <a:buClr>
                <a:schemeClr val="dk1"/>
              </a:buClr>
              <a:buSzPts val="1000"/>
              <a:buChar char="○"/>
              <a:defRPr sz="1000">
                <a:solidFill>
                  <a:schemeClr val="dk1"/>
                </a:solidFill>
              </a:defRPr>
            </a:lvl2pPr>
            <a:lvl3pPr indent="-292100" lvl="2" marL="1371600">
              <a:lnSpc>
                <a:spcPct val="100000"/>
              </a:lnSpc>
              <a:spcBef>
                <a:spcPts val="0"/>
              </a:spcBef>
              <a:spcAft>
                <a:spcPts val="0"/>
              </a:spcAft>
              <a:buClr>
                <a:schemeClr val="dk1"/>
              </a:buClr>
              <a:buSzPts val="1000"/>
              <a:buChar char="■"/>
              <a:defRPr sz="1000">
                <a:solidFill>
                  <a:schemeClr val="dk1"/>
                </a:solidFill>
              </a:defRPr>
            </a:lvl3pPr>
            <a:lvl4pPr indent="-292100" lvl="3" marL="1828800">
              <a:lnSpc>
                <a:spcPct val="100000"/>
              </a:lnSpc>
              <a:spcBef>
                <a:spcPts val="0"/>
              </a:spcBef>
              <a:spcAft>
                <a:spcPts val="0"/>
              </a:spcAft>
              <a:buClr>
                <a:schemeClr val="dk1"/>
              </a:buClr>
              <a:buSzPts val="1000"/>
              <a:buChar char="●"/>
              <a:defRPr sz="1000">
                <a:solidFill>
                  <a:schemeClr val="dk1"/>
                </a:solidFill>
              </a:defRPr>
            </a:lvl4pPr>
            <a:lvl5pPr indent="-292100" lvl="4" marL="2286000">
              <a:lnSpc>
                <a:spcPct val="100000"/>
              </a:lnSpc>
              <a:spcBef>
                <a:spcPts val="0"/>
              </a:spcBef>
              <a:spcAft>
                <a:spcPts val="0"/>
              </a:spcAft>
              <a:buClr>
                <a:schemeClr val="dk1"/>
              </a:buClr>
              <a:buSzPts val="1000"/>
              <a:buChar char="○"/>
              <a:defRPr sz="1000">
                <a:solidFill>
                  <a:schemeClr val="dk1"/>
                </a:solidFill>
              </a:defRPr>
            </a:lvl5pPr>
            <a:lvl6pPr indent="-292100" lvl="5" marL="2743200">
              <a:lnSpc>
                <a:spcPct val="100000"/>
              </a:lnSpc>
              <a:spcBef>
                <a:spcPts val="0"/>
              </a:spcBef>
              <a:spcAft>
                <a:spcPts val="0"/>
              </a:spcAft>
              <a:buClr>
                <a:schemeClr val="dk1"/>
              </a:buClr>
              <a:buSzPts val="1000"/>
              <a:buChar char="■"/>
              <a:defRPr sz="1000">
                <a:solidFill>
                  <a:schemeClr val="dk1"/>
                </a:solidFill>
              </a:defRPr>
            </a:lvl6pPr>
            <a:lvl7pPr indent="-292100" lvl="6" marL="3200400">
              <a:lnSpc>
                <a:spcPct val="100000"/>
              </a:lnSpc>
              <a:spcBef>
                <a:spcPts val="0"/>
              </a:spcBef>
              <a:spcAft>
                <a:spcPts val="0"/>
              </a:spcAft>
              <a:buClr>
                <a:schemeClr val="dk1"/>
              </a:buClr>
              <a:buSzPts val="1000"/>
              <a:buChar char="●"/>
              <a:defRPr sz="1000">
                <a:solidFill>
                  <a:schemeClr val="dk1"/>
                </a:solidFill>
              </a:defRPr>
            </a:lvl7pPr>
            <a:lvl8pPr indent="-292100" lvl="7" marL="3657600">
              <a:lnSpc>
                <a:spcPct val="100000"/>
              </a:lnSpc>
              <a:spcBef>
                <a:spcPts val="0"/>
              </a:spcBef>
              <a:spcAft>
                <a:spcPts val="0"/>
              </a:spcAft>
              <a:buClr>
                <a:schemeClr val="dk1"/>
              </a:buClr>
              <a:buSzPts val="1000"/>
              <a:buChar char="○"/>
              <a:defRPr sz="1000">
                <a:solidFill>
                  <a:schemeClr val="dk1"/>
                </a:solidFill>
              </a:defRPr>
            </a:lvl8pPr>
            <a:lvl9pPr indent="-292100" lvl="8" marL="4114800">
              <a:lnSpc>
                <a:spcPct val="100000"/>
              </a:lnSpc>
              <a:spcBef>
                <a:spcPts val="0"/>
              </a:spcBef>
              <a:spcAft>
                <a:spcPts val="0"/>
              </a:spcAft>
              <a:buClr>
                <a:schemeClr val="dk1"/>
              </a:buClr>
              <a:buSzPts val="1000"/>
              <a:buChar char="■"/>
              <a:defRPr sz="1000">
                <a:solidFill>
                  <a:schemeClr val="dk1"/>
                </a:solidFill>
              </a:defRPr>
            </a:lvl9pPr>
          </a:lstStyle>
          <a:p/>
        </p:txBody>
      </p:sp>
      <p:sp>
        <p:nvSpPr>
          <p:cNvPr id="95" name="Google Shape;95;p13"/>
          <p:cNvSpPr txBox="1"/>
          <p:nvPr>
            <p:ph idx="3"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96" name="Google Shape;96;p13"/>
          <p:cNvSpPr txBox="1"/>
          <p:nvPr>
            <p:ph idx="4"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97" name="Google Shape;97;p13"/>
          <p:cNvSpPr txBox="1"/>
          <p:nvPr>
            <p:ph idx="5" type="body"/>
          </p:nvPr>
        </p:nvSpPr>
        <p:spPr>
          <a:xfrm>
            <a:off x="3185700" y="2599225"/>
            <a:ext cx="2770500" cy="2084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7">
  <p:cSld name="BLANK_1_1_1_1_1_1_1_1_1_1_1_1_2_1">
    <p:bg>
      <p:bgPr>
        <a:solidFill>
          <a:schemeClr val="lt1"/>
        </a:solidFill>
      </p:bgPr>
    </p:bg>
    <p:spTree>
      <p:nvGrpSpPr>
        <p:cNvPr id="98" name="Shape 98"/>
        <p:cNvGrpSpPr/>
        <p:nvPr/>
      </p:nvGrpSpPr>
      <p:grpSpPr>
        <a:xfrm>
          <a:off x="0" y="0"/>
          <a:ext cx="0" cy="0"/>
          <a:chOff x="0" y="0"/>
          <a:chExt cx="0" cy="0"/>
        </a:xfrm>
      </p:grpSpPr>
      <p:sp>
        <p:nvSpPr>
          <p:cNvPr id="99" name="Google Shape;99;p14"/>
          <p:cNvSpPr txBox="1"/>
          <p:nvPr>
            <p:ph type="title"/>
          </p:nvPr>
        </p:nvSpPr>
        <p:spPr>
          <a:xfrm>
            <a:off x="4782150" y="285900"/>
            <a:ext cx="40749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100" name="Google Shape;100;p14"/>
          <p:cNvSpPr txBox="1"/>
          <p:nvPr>
            <p:ph idx="1" type="body"/>
          </p:nvPr>
        </p:nvSpPr>
        <p:spPr>
          <a:xfrm>
            <a:off x="6086325" y="2636275"/>
            <a:ext cx="2770800" cy="20472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Clr>
                <a:schemeClr val="dk1"/>
              </a:buClr>
              <a:buSzPts val="1000"/>
              <a:buChar char="●"/>
              <a:defRPr sz="1000">
                <a:solidFill>
                  <a:schemeClr val="dk1"/>
                </a:solidFill>
              </a:defRPr>
            </a:lvl1pPr>
            <a:lvl2pPr indent="-292100" lvl="1" marL="914400">
              <a:lnSpc>
                <a:spcPct val="100000"/>
              </a:lnSpc>
              <a:spcBef>
                <a:spcPts val="0"/>
              </a:spcBef>
              <a:spcAft>
                <a:spcPts val="0"/>
              </a:spcAft>
              <a:buClr>
                <a:schemeClr val="dk1"/>
              </a:buClr>
              <a:buSzPts val="1000"/>
              <a:buChar char="○"/>
              <a:defRPr sz="1000">
                <a:solidFill>
                  <a:schemeClr val="dk1"/>
                </a:solidFill>
              </a:defRPr>
            </a:lvl2pPr>
            <a:lvl3pPr indent="-292100" lvl="2" marL="1371600">
              <a:lnSpc>
                <a:spcPct val="100000"/>
              </a:lnSpc>
              <a:spcBef>
                <a:spcPts val="0"/>
              </a:spcBef>
              <a:spcAft>
                <a:spcPts val="0"/>
              </a:spcAft>
              <a:buClr>
                <a:schemeClr val="dk1"/>
              </a:buClr>
              <a:buSzPts val="1000"/>
              <a:buChar char="■"/>
              <a:defRPr sz="1000">
                <a:solidFill>
                  <a:schemeClr val="dk1"/>
                </a:solidFill>
              </a:defRPr>
            </a:lvl3pPr>
            <a:lvl4pPr indent="-292100" lvl="3" marL="1828800">
              <a:lnSpc>
                <a:spcPct val="100000"/>
              </a:lnSpc>
              <a:spcBef>
                <a:spcPts val="0"/>
              </a:spcBef>
              <a:spcAft>
                <a:spcPts val="0"/>
              </a:spcAft>
              <a:buClr>
                <a:schemeClr val="dk1"/>
              </a:buClr>
              <a:buSzPts val="1000"/>
              <a:buChar char="●"/>
              <a:defRPr sz="1000">
                <a:solidFill>
                  <a:schemeClr val="dk1"/>
                </a:solidFill>
              </a:defRPr>
            </a:lvl4pPr>
            <a:lvl5pPr indent="-292100" lvl="4" marL="2286000">
              <a:lnSpc>
                <a:spcPct val="100000"/>
              </a:lnSpc>
              <a:spcBef>
                <a:spcPts val="0"/>
              </a:spcBef>
              <a:spcAft>
                <a:spcPts val="0"/>
              </a:spcAft>
              <a:buClr>
                <a:schemeClr val="dk1"/>
              </a:buClr>
              <a:buSzPts val="1000"/>
              <a:buChar char="○"/>
              <a:defRPr sz="1000">
                <a:solidFill>
                  <a:schemeClr val="dk1"/>
                </a:solidFill>
              </a:defRPr>
            </a:lvl5pPr>
            <a:lvl6pPr indent="-292100" lvl="5" marL="2743200">
              <a:lnSpc>
                <a:spcPct val="100000"/>
              </a:lnSpc>
              <a:spcBef>
                <a:spcPts val="0"/>
              </a:spcBef>
              <a:spcAft>
                <a:spcPts val="0"/>
              </a:spcAft>
              <a:buClr>
                <a:schemeClr val="dk1"/>
              </a:buClr>
              <a:buSzPts val="1000"/>
              <a:buChar char="■"/>
              <a:defRPr sz="1000">
                <a:solidFill>
                  <a:schemeClr val="dk1"/>
                </a:solidFill>
              </a:defRPr>
            </a:lvl6pPr>
            <a:lvl7pPr indent="-292100" lvl="6" marL="3200400">
              <a:lnSpc>
                <a:spcPct val="100000"/>
              </a:lnSpc>
              <a:spcBef>
                <a:spcPts val="0"/>
              </a:spcBef>
              <a:spcAft>
                <a:spcPts val="0"/>
              </a:spcAft>
              <a:buClr>
                <a:schemeClr val="dk1"/>
              </a:buClr>
              <a:buSzPts val="1000"/>
              <a:buChar char="●"/>
              <a:defRPr sz="1000">
                <a:solidFill>
                  <a:schemeClr val="dk1"/>
                </a:solidFill>
              </a:defRPr>
            </a:lvl7pPr>
            <a:lvl8pPr indent="-292100" lvl="7" marL="3657600">
              <a:lnSpc>
                <a:spcPct val="100000"/>
              </a:lnSpc>
              <a:spcBef>
                <a:spcPts val="0"/>
              </a:spcBef>
              <a:spcAft>
                <a:spcPts val="0"/>
              </a:spcAft>
              <a:buClr>
                <a:schemeClr val="dk1"/>
              </a:buClr>
              <a:buSzPts val="1000"/>
              <a:buChar char="○"/>
              <a:defRPr sz="1000">
                <a:solidFill>
                  <a:schemeClr val="dk1"/>
                </a:solidFill>
              </a:defRPr>
            </a:lvl8pPr>
            <a:lvl9pPr indent="-292100" lvl="8" marL="4114800">
              <a:lnSpc>
                <a:spcPct val="100000"/>
              </a:lnSpc>
              <a:spcBef>
                <a:spcPts val="0"/>
              </a:spcBef>
              <a:spcAft>
                <a:spcPts val="0"/>
              </a:spcAft>
              <a:buClr>
                <a:schemeClr val="dk1"/>
              </a:buClr>
              <a:buSzPts val="1000"/>
              <a:buChar char="■"/>
              <a:defRPr sz="1000">
                <a:solidFill>
                  <a:schemeClr val="dk1"/>
                </a:solidFill>
              </a:defRPr>
            </a:lvl9pPr>
          </a:lstStyle>
          <a:p/>
        </p:txBody>
      </p:sp>
      <p:sp>
        <p:nvSpPr>
          <p:cNvPr id="101" name="Google Shape;101;p14"/>
          <p:cNvSpPr txBox="1"/>
          <p:nvPr>
            <p:ph idx="2" type="body"/>
          </p:nvPr>
        </p:nvSpPr>
        <p:spPr>
          <a:xfrm>
            <a:off x="4782375" y="2636275"/>
            <a:ext cx="1175700" cy="2047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02" name="Google Shape;102;p14"/>
          <p:cNvSpPr/>
          <p:nvPr>
            <p:ph idx="3" type="pic"/>
          </p:nvPr>
        </p:nvSpPr>
        <p:spPr>
          <a:xfrm>
            <a:off x="283850" y="0"/>
            <a:ext cx="4227000" cy="4683600"/>
          </a:xfrm>
          <a:prstGeom prst="roundRect">
            <a:avLst>
              <a:gd fmla="val 0" name="adj"/>
            </a:avLst>
          </a:prstGeom>
          <a:noFill/>
          <a:ln>
            <a:noFill/>
          </a:ln>
        </p:spPr>
      </p:sp>
      <p:sp>
        <p:nvSpPr>
          <p:cNvPr id="103" name="Google Shape;103;p14"/>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04" name="Google Shape;104;p14"/>
          <p:cNvSpPr txBox="1"/>
          <p:nvPr>
            <p:ph idx="4"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05" name="Google Shape;105;p14"/>
          <p:cNvSpPr txBox="1"/>
          <p:nvPr>
            <p:ph idx="5"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2">
  <p:cSld name="BLANK_1_1_1_1_1_1_1_1_1_1_1_1_3_1_2">
    <p:bg>
      <p:bgPr>
        <a:solidFill>
          <a:schemeClr val="lt1"/>
        </a:solidFill>
      </p:bgPr>
    </p:bg>
    <p:spTree>
      <p:nvGrpSpPr>
        <p:cNvPr id="106" name="Shape 106"/>
        <p:cNvGrpSpPr/>
        <p:nvPr/>
      </p:nvGrpSpPr>
      <p:grpSpPr>
        <a:xfrm>
          <a:off x="0" y="0"/>
          <a:ext cx="0" cy="0"/>
          <a:chOff x="0" y="0"/>
          <a:chExt cx="0" cy="0"/>
        </a:xfrm>
      </p:grpSpPr>
      <p:sp>
        <p:nvSpPr>
          <p:cNvPr id="107" name="Google Shape;107;p15"/>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08" name="Google Shape;108;p15"/>
          <p:cNvSpPr txBox="1"/>
          <p:nvPr>
            <p:ph type="title"/>
          </p:nvPr>
        </p:nvSpPr>
        <p:spPr>
          <a:xfrm>
            <a:off x="283850" y="285900"/>
            <a:ext cx="4227300" cy="7515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18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109" name="Google Shape;109;p15"/>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10" name="Google Shape;110;p15"/>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11" name="Google Shape;111;p15"/>
          <p:cNvSpPr txBox="1"/>
          <p:nvPr>
            <p:ph idx="1" type="body"/>
          </p:nvPr>
        </p:nvSpPr>
        <p:spPr>
          <a:xfrm>
            <a:off x="4632000" y="285900"/>
            <a:ext cx="4227300" cy="1154700"/>
          </a:xfrm>
          <a:prstGeom prst="rect">
            <a:avLst/>
          </a:prstGeom>
        </p:spPr>
        <p:txBody>
          <a:bodyPr anchorCtr="0" anchor="t" bIns="0" lIns="0" spcFirstLastPara="1" rIns="0" wrap="square" tIns="0">
            <a:noAutofit/>
          </a:bodyPr>
          <a:lstStyle>
            <a:lvl1pPr indent="-304800" lvl="0" marL="457200">
              <a:spcBef>
                <a:spcPts val="0"/>
              </a:spcBef>
              <a:spcAft>
                <a:spcPts val="0"/>
              </a:spcAft>
              <a:buClr>
                <a:schemeClr val="dk1"/>
              </a:buClr>
              <a:buSzPts val="1200"/>
              <a:buFont typeface="Inter"/>
              <a:buChar char="●"/>
              <a:defRPr>
                <a:solidFill>
                  <a:schemeClr val="dk1"/>
                </a:solidFill>
              </a:defRPr>
            </a:lvl1pPr>
            <a:lvl2pPr indent="-304800" lvl="1" marL="914400">
              <a:spcBef>
                <a:spcPts val="0"/>
              </a:spcBef>
              <a:spcAft>
                <a:spcPts val="0"/>
              </a:spcAft>
              <a:buClr>
                <a:schemeClr val="dk1"/>
              </a:buClr>
              <a:buSzPts val="1200"/>
              <a:buFont typeface="Inter"/>
              <a:buChar char="○"/>
              <a:defRPr>
                <a:solidFill>
                  <a:schemeClr val="dk1"/>
                </a:solidFill>
              </a:defRPr>
            </a:lvl2pPr>
            <a:lvl3pPr indent="-304800" lvl="2" marL="1371600">
              <a:spcBef>
                <a:spcPts val="0"/>
              </a:spcBef>
              <a:spcAft>
                <a:spcPts val="0"/>
              </a:spcAft>
              <a:buClr>
                <a:schemeClr val="dk1"/>
              </a:buClr>
              <a:buSzPts val="1200"/>
              <a:buFont typeface="Inter"/>
              <a:buChar char="■"/>
              <a:defRPr>
                <a:solidFill>
                  <a:schemeClr val="dk1"/>
                </a:solidFill>
              </a:defRPr>
            </a:lvl3pPr>
            <a:lvl4pPr indent="-304800" lvl="3" marL="1828800">
              <a:spcBef>
                <a:spcPts val="0"/>
              </a:spcBef>
              <a:spcAft>
                <a:spcPts val="0"/>
              </a:spcAft>
              <a:buClr>
                <a:schemeClr val="dk1"/>
              </a:buClr>
              <a:buSzPts val="1200"/>
              <a:buFont typeface="Inter"/>
              <a:buChar char="●"/>
              <a:defRPr>
                <a:solidFill>
                  <a:schemeClr val="dk1"/>
                </a:solidFill>
              </a:defRPr>
            </a:lvl4pPr>
            <a:lvl5pPr indent="-304800" lvl="4" marL="2286000">
              <a:spcBef>
                <a:spcPts val="0"/>
              </a:spcBef>
              <a:spcAft>
                <a:spcPts val="0"/>
              </a:spcAft>
              <a:buClr>
                <a:schemeClr val="dk1"/>
              </a:buClr>
              <a:buSzPts val="1200"/>
              <a:buFont typeface="Inter"/>
              <a:buChar char="○"/>
              <a:defRPr>
                <a:solidFill>
                  <a:schemeClr val="dk1"/>
                </a:solidFill>
              </a:defRPr>
            </a:lvl5pPr>
            <a:lvl6pPr indent="-304800" lvl="5" marL="2743200">
              <a:spcBef>
                <a:spcPts val="0"/>
              </a:spcBef>
              <a:spcAft>
                <a:spcPts val="0"/>
              </a:spcAft>
              <a:buClr>
                <a:schemeClr val="dk1"/>
              </a:buClr>
              <a:buSzPts val="1200"/>
              <a:buFont typeface="Inter"/>
              <a:buChar char="■"/>
              <a:defRPr>
                <a:solidFill>
                  <a:schemeClr val="dk1"/>
                </a:solidFill>
              </a:defRPr>
            </a:lvl6pPr>
            <a:lvl7pPr indent="-304800" lvl="6" marL="3200400">
              <a:spcBef>
                <a:spcPts val="0"/>
              </a:spcBef>
              <a:spcAft>
                <a:spcPts val="0"/>
              </a:spcAft>
              <a:buClr>
                <a:schemeClr val="dk1"/>
              </a:buClr>
              <a:buSzPts val="1200"/>
              <a:buFont typeface="Inter"/>
              <a:buChar char="●"/>
              <a:defRPr>
                <a:solidFill>
                  <a:schemeClr val="dk1"/>
                </a:solidFill>
              </a:defRPr>
            </a:lvl7pPr>
            <a:lvl8pPr indent="-304800" lvl="7" marL="3657600">
              <a:spcBef>
                <a:spcPts val="0"/>
              </a:spcBef>
              <a:spcAft>
                <a:spcPts val="0"/>
              </a:spcAft>
              <a:buClr>
                <a:schemeClr val="dk1"/>
              </a:buClr>
              <a:buSzPts val="1200"/>
              <a:buFont typeface="Inter"/>
              <a:buChar char="○"/>
              <a:defRPr>
                <a:solidFill>
                  <a:schemeClr val="dk1"/>
                </a:solidFill>
              </a:defRPr>
            </a:lvl8pPr>
            <a:lvl9pPr indent="-304800" lvl="8" marL="4114800">
              <a:spcBef>
                <a:spcPts val="0"/>
              </a:spcBef>
              <a:spcAft>
                <a:spcPts val="0"/>
              </a:spcAft>
              <a:buClr>
                <a:schemeClr val="dk1"/>
              </a:buClr>
              <a:buSzPts val="1200"/>
              <a:buFont typeface="Inter"/>
              <a:buChar char="■"/>
              <a:defRPr>
                <a:solidFill>
                  <a:schemeClr val="dk1"/>
                </a:solidFill>
              </a:defRPr>
            </a:lvl9pPr>
          </a:lstStyle>
          <a:p/>
        </p:txBody>
      </p:sp>
      <p:sp>
        <p:nvSpPr>
          <p:cNvPr id="112" name="Google Shape;112;p15"/>
          <p:cNvSpPr txBox="1"/>
          <p:nvPr>
            <p:ph idx="4" type="subTitle"/>
          </p:nvPr>
        </p:nvSpPr>
        <p:spPr>
          <a:xfrm>
            <a:off x="288625" y="1922875"/>
            <a:ext cx="2050800" cy="537600"/>
          </a:xfrm>
          <a:prstGeom prst="rect">
            <a:avLst/>
          </a:prstGeom>
        </p:spPr>
        <p:txBody>
          <a:bodyPr anchorCtr="0" anchor="b" bIns="0" lIns="0" spcFirstLastPara="1" rIns="0" wrap="square" tIns="0">
            <a:noAutofit/>
          </a:bodyPr>
          <a:lstStyle>
            <a:lvl1pPr lvl="0">
              <a:lnSpc>
                <a:spcPct val="70000"/>
              </a:lnSpc>
              <a:spcBef>
                <a:spcPts val="0"/>
              </a:spcBef>
              <a:spcAft>
                <a:spcPts val="0"/>
              </a:spcAft>
              <a:buNone/>
              <a:defRPr sz="3600">
                <a:solidFill>
                  <a:schemeClr val="dk1"/>
                </a:solidFill>
              </a:defRPr>
            </a:lvl1pPr>
            <a:lvl2pPr lvl="1">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113" name="Google Shape;113;p15"/>
          <p:cNvSpPr txBox="1"/>
          <p:nvPr>
            <p:ph idx="5" type="body"/>
          </p:nvPr>
        </p:nvSpPr>
        <p:spPr>
          <a:xfrm>
            <a:off x="288625" y="2891825"/>
            <a:ext cx="2050800" cy="15072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Char char="●"/>
              <a:defRPr sz="1000">
                <a:solidFill>
                  <a:schemeClr val="dk1"/>
                </a:solidFill>
              </a:defRPr>
            </a:lvl1pPr>
            <a:lvl2pPr indent="-292100" lvl="1" marL="914400">
              <a:spcBef>
                <a:spcPts val="0"/>
              </a:spcBef>
              <a:spcAft>
                <a:spcPts val="0"/>
              </a:spcAft>
              <a:buClr>
                <a:schemeClr val="dk1"/>
              </a:buClr>
              <a:buSzPts val="1000"/>
              <a:buChar char="○"/>
              <a:defRPr sz="1000">
                <a:solidFill>
                  <a:schemeClr val="dk1"/>
                </a:solidFill>
              </a:defRPr>
            </a:lvl2pPr>
            <a:lvl3pPr indent="-292100" lvl="2" marL="1371600">
              <a:spcBef>
                <a:spcPts val="0"/>
              </a:spcBef>
              <a:spcAft>
                <a:spcPts val="0"/>
              </a:spcAft>
              <a:buClr>
                <a:schemeClr val="dk1"/>
              </a:buClr>
              <a:buSzPts val="1000"/>
              <a:buChar char="■"/>
              <a:defRPr sz="1000">
                <a:solidFill>
                  <a:schemeClr val="dk1"/>
                </a:solidFill>
              </a:defRPr>
            </a:lvl3pPr>
            <a:lvl4pPr indent="-292100" lvl="3" marL="1828800">
              <a:spcBef>
                <a:spcPts val="0"/>
              </a:spcBef>
              <a:spcAft>
                <a:spcPts val="0"/>
              </a:spcAft>
              <a:buClr>
                <a:schemeClr val="dk1"/>
              </a:buClr>
              <a:buSzPts val="1000"/>
              <a:buChar char="●"/>
              <a:defRPr sz="1000">
                <a:solidFill>
                  <a:schemeClr val="dk1"/>
                </a:solidFill>
              </a:defRPr>
            </a:lvl4pPr>
            <a:lvl5pPr indent="-292100" lvl="4" marL="2286000">
              <a:spcBef>
                <a:spcPts val="0"/>
              </a:spcBef>
              <a:spcAft>
                <a:spcPts val="0"/>
              </a:spcAft>
              <a:buClr>
                <a:schemeClr val="dk1"/>
              </a:buClr>
              <a:buSzPts val="1000"/>
              <a:buChar char="○"/>
              <a:defRPr sz="1000">
                <a:solidFill>
                  <a:schemeClr val="dk1"/>
                </a:solidFill>
              </a:defRPr>
            </a:lvl5pPr>
            <a:lvl6pPr indent="-292100" lvl="5" marL="2743200">
              <a:spcBef>
                <a:spcPts val="0"/>
              </a:spcBef>
              <a:spcAft>
                <a:spcPts val="0"/>
              </a:spcAft>
              <a:buClr>
                <a:schemeClr val="dk1"/>
              </a:buClr>
              <a:buSzPts val="1000"/>
              <a:buChar char="■"/>
              <a:defRPr sz="1000">
                <a:solidFill>
                  <a:schemeClr val="dk1"/>
                </a:solidFill>
              </a:defRPr>
            </a:lvl6pPr>
            <a:lvl7pPr indent="-292100" lvl="6" marL="3200400">
              <a:spcBef>
                <a:spcPts val="0"/>
              </a:spcBef>
              <a:spcAft>
                <a:spcPts val="0"/>
              </a:spcAft>
              <a:buClr>
                <a:schemeClr val="dk1"/>
              </a:buClr>
              <a:buSzPts val="1000"/>
              <a:buChar char="●"/>
              <a:defRPr sz="1000">
                <a:solidFill>
                  <a:schemeClr val="dk1"/>
                </a:solidFill>
              </a:defRPr>
            </a:lvl7pPr>
            <a:lvl8pPr indent="-292100" lvl="7" marL="3657600">
              <a:spcBef>
                <a:spcPts val="0"/>
              </a:spcBef>
              <a:spcAft>
                <a:spcPts val="0"/>
              </a:spcAft>
              <a:buClr>
                <a:schemeClr val="dk1"/>
              </a:buClr>
              <a:buSzPts val="1000"/>
              <a:buChar char="○"/>
              <a:defRPr sz="1000">
                <a:solidFill>
                  <a:schemeClr val="dk1"/>
                </a:solidFill>
              </a:defRPr>
            </a:lvl8pPr>
            <a:lvl9pPr indent="-292100" lvl="8" marL="4114800">
              <a:spcBef>
                <a:spcPts val="0"/>
              </a:spcBef>
              <a:spcAft>
                <a:spcPts val="0"/>
              </a:spcAft>
              <a:buClr>
                <a:schemeClr val="dk1"/>
              </a:buClr>
              <a:buSzPts val="1000"/>
              <a:buChar char="■"/>
              <a:defRPr sz="1000">
                <a:solidFill>
                  <a:schemeClr val="dk1"/>
                </a:solidFill>
              </a:defRPr>
            </a:lvl9pPr>
          </a:lstStyle>
          <a:p/>
        </p:txBody>
      </p:sp>
      <p:sp>
        <p:nvSpPr>
          <p:cNvPr id="114" name="Google Shape;114;p15"/>
          <p:cNvSpPr txBox="1"/>
          <p:nvPr>
            <p:ph idx="6" type="subTitle"/>
          </p:nvPr>
        </p:nvSpPr>
        <p:spPr>
          <a:xfrm>
            <a:off x="2456700" y="1922875"/>
            <a:ext cx="2050800" cy="537600"/>
          </a:xfrm>
          <a:prstGeom prst="rect">
            <a:avLst/>
          </a:prstGeom>
        </p:spPr>
        <p:txBody>
          <a:bodyPr anchorCtr="0" anchor="b" bIns="0" lIns="0" spcFirstLastPara="1" rIns="0" wrap="square" tIns="0">
            <a:noAutofit/>
          </a:bodyPr>
          <a:lstStyle>
            <a:lvl1pPr lvl="0">
              <a:lnSpc>
                <a:spcPct val="70000"/>
              </a:lnSpc>
              <a:spcBef>
                <a:spcPts val="0"/>
              </a:spcBef>
              <a:spcAft>
                <a:spcPts val="0"/>
              </a:spcAft>
              <a:buNone/>
              <a:defRPr sz="3600">
                <a:solidFill>
                  <a:schemeClr val="dk1"/>
                </a:solidFill>
              </a:defRPr>
            </a:lvl1pPr>
            <a:lvl2pPr lvl="1">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115" name="Google Shape;115;p15"/>
          <p:cNvSpPr txBox="1"/>
          <p:nvPr>
            <p:ph idx="7" type="body"/>
          </p:nvPr>
        </p:nvSpPr>
        <p:spPr>
          <a:xfrm>
            <a:off x="2456700" y="2891825"/>
            <a:ext cx="2050800" cy="1507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16" name="Google Shape;116;p15"/>
          <p:cNvSpPr txBox="1"/>
          <p:nvPr>
            <p:ph idx="8" type="subTitle"/>
          </p:nvPr>
        </p:nvSpPr>
        <p:spPr>
          <a:xfrm>
            <a:off x="4629375" y="1922875"/>
            <a:ext cx="2050800" cy="537600"/>
          </a:xfrm>
          <a:prstGeom prst="rect">
            <a:avLst/>
          </a:prstGeom>
        </p:spPr>
        <p:txBody>
          <a:bodyPr anchorCtr="0" anchor="b" bIns="0" lIns="0" spcFirstLastPara="1" rIns="0" wrap="square" tIns="0">
            <a:noAutofit/>
          </a:bodyPr>
          <a:lstStyle>
            <a:lvl1pPr lvl="0">
              <a:lnSpc>
                <a:spcPct val="70000"/>
              </a:lnSpc>
              <a:spcBef>
                <a:spcPts val="0"/>
              </a:spcBef>
              <a:spcAft>
                <a:spcPts val="0"/>
              </a:spcAft>
              <a:buNone/>
              <a:defRPr sz="3600">
                <a:solidFill>
                  <a:schemeClr val="dk1"/>
                </a:solidFill>
              </a:defRPr>
            </a:lvl1pPr>
            <a:lvl2pPr lvl="1">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117" name="Google Shape;117;p15"/>
          <p:cNvSpPr txBox="1"/>
          <p:nvPr>
            <p:ph idx="9" type="body"/>
          </p:nvPr>
        </p:nvSpPr>
        <p:spPr>
          <a:xfrm>
            <a:off x="4629375" y="2891825"/>
            <a:ext cx="2050800" cy="1507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18" name="Google Shape;118;p15"/>
          <p:cNvSpPr txBox="1"/>
          <p:nvPr>
            <p:ph idx="13" type="subTitle"/>
          </p:nvPr>
        </p:nvSpPr>
        <p:spPr>
          <a:xfrm>
            <a:off x="6802050" y="1922875"/>
            <a:ext cx="2050800" cy="537600"/>
          </a:xfrm>
          <a:prstGeom prst="rect">
            <a:avLst/>
          </a:prstGeom>
        </p:spPr>
        <p:txBody>
          <a:bodyPr anchorCtr="0" anchor="b" bIns="0" lIns="0" spcFirstLastPara="1" rIns="0" wrap="square" tIns="0">
            <a:noAutofit/>
          </a:bodyPr>
          <a:lstStyle>
            <a:lvl1pPr lvl="0">
              <a:lnSpc>
                <a:spcPct val="70000"/>
              </a:lnSpc>
              <a:spcBef>
                <a:spcPts val="0"/>
              </a:spcBef>
              <a:spcAft>
                <a:spcPts val="0"/>
              </a:spcAft>
              <a:buNone/>
              <a:defRPr sz="3600">
                <a:solidFill>
                  <a:schemeClr val="dk1"/>
                </a:solidFill>
              </a:defRPr>
            </a:lvl1pPr>
            <a:lvl2pPr lvl="1">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119" name="Google Shape;119;p15"/>
          <p:cNvSpPr txBox="1"/>
          <p:nvPr>
            <p:ph idx="14" type="body"/>
          </p:nvPr>
        </p:nvSpPr>
        <p:spPr>
          <a:xfrm>
            <a:off x="6802050" y="2891825"/>
            <a:ext cx="2050800" cy="1507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5">
  <p:cSld name="BLANK_1_1_1_1_1_1_1_1_1_1_1_1_1_2_1_2_1">
    <p:bg>
      <p:bgPr>
        <a:solidFill>
          <a:schemeClr val="lt1"/>
        </a:solidFill>
      </p:bgPr>
    </p:bg>
    <p:spTree>
      <p:nvGrpSpPr>
        <p:cNvPr id="120" name="Shape 120"/>
        <p:cNvGrpSpPr/>
        <p:nvPr/>
      </p:nvGrpSpPr>
      <p:grpSpPr>
        <a:xfrm>
          <a:off x="0" y="0"/>
          <a:ext cx="0" cy="0"/>
          <a:chOff x="0" y="0"/>
          <a:chExt cx="0" cy="0"/>
        </a:xfrm>
      </p:grpSpPr>
      <p:sp>
        <p:nvSpPr>
          <p:cNvPr id="121" name="Google Shape;121;p16"/>
          <p:cNvSpPr txBox="1"/>
          <p:nvPr>
            <p:ph idx="1" type="subTitle"/>
          </p:nvPr>
        </p:nvSpPr>
        <p:spPr>
          <a:xfrm>
            <a:off x="288625" y="2636275"/>
            <a:ext cx="1005000" cy="972000"/>
          </a:xfrm>
          <a:prstGeom prst="rect">
            <a:avLst/>
          </a:prstGeom>
        </p:spPr>
        <p:txBody>
          <a:bodyPr anchorCtr="0" anchor="t"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22" name="Google Shape;122;p16"/>
          <p:cNvSpPr txBox="1"/>
          <p:nvPr>
            <p:ph idx="2" type="subTitle"/>
          </p:nvPr>
        </p:nvSpPr>
        <p:spPr>
          <a:xfrm>
            <a:off x="288625" y="3716975"/>
            <a:ext cx="1005000" cy="972000"/>
          </a:xfrm>
          <a:prstGeom prst="rect">
            <a:avLst/>
          </a:prstGeom>
        </p:spPr>
        <p:txBody>
          <a:bodyPr anchorCtr="0" anchor="ctr"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23" name="Google Shape;123;p16"/>
          <p:cNvSpPr txBox="1"/>
          <p:nvPr>
            <p:ph idx="3" type="subTitle"/>
          </p:nvPr>
        </p:nvSpPr>
        <p:spPr>
          <a:xfrm>
            <a:off x="288625" y="1555575"/>
            <a:ext cx="1005000" cy="972000"/>
          </a:xfrm>
          <a:prstGeom prst="rect">
            <a:avLst/>
          </a:prstGeom>
        </p:spPr>
        <p:txBody>
          <a:bodyPr anchorCtr="0" anchor="ctr"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24" name="Google Shape;124;p16"/>
          <p:cNvSpPr txBox="1"/>
          <p:nvPr>
            <p:ph idx="4" type="body"/>
          </p:nvPr>
        </p:nvSpPr>
        <p:spPr>
          <a:xfrm>
            <a:off x="6091950" y="2635425"/>
            <a:ext cx="2764800" cy="972000"/>
          </a:xfrm>
          <a:prstGeom prst="rect">
            <a:avLst/>
          </a:prstGeom>
        </p:spPr>
        <p:txBody>
          <a:bodyPr anchorCtr="0" anchor="ctr" bIns="0" lIns="0" spcFirstLastPara="1" rIns="0" wrap="square" tIns="0">
            <a:noAutofit/>
          </a:bodyPr>
          <a:lstStyle>
            <a:lvl1pPr indent="-292100" lvl="0" marL="457200">
              <a:lnSpc>
                <a:spcPct val="100000"/>
              </a:lnSpc>
              <a:spcBef>
                <a:spcPts val="0"/>
              </a:spcBef>
              <a:spcAft>
                <a:spcPts val="0"/>
              </a:spcAft>
              <a:buClr>
                <a:schemeClr val="dk1"/>
              </a:buClr>
              <a:buSzPts val="1000"/>
              <a:buFont typeface="Inter"/>
              <a:buChar char="●"/>
              <a:defRPr sz="1000">
                <a:solidFill>
                  <a:schemeClr val="dk1"/>
                </a:solidFill>
              </a:defRPr>
            </a:lvl1pPr>
            <a:lvl2pPr indent="-292100" lvl="1" marL="914400">
              <a:lnSpc>
                <a:spcPct val="100000"/>
              </a:lnSpc>
              <a:spcBef>
                <a:spcPts val="0"/>
              </a:spcBef>
              <a:spcAft>
                <a:spcPts val="0"/>
              </a:spcAft>
              <a:buClr>
                <a:schemeClr val="dk1"/>
              </a:buClr>
              <a:buSzPts val="1000"/>
              <a:buFont typeface="Inter"/>
              <a:buChar char="○"/>
              <a:defRPr sz="1000">
                <a:solidFill>
                  <a:schemeClr val="dk1"/>
                </a:solidFill>
              </a:defRPr>
            </a:lvl2pPr>
            <a:lvl3pPr indent="-292100" lvl="2" marL="1371600">
              <a:lnSpc>
                <a:spcPct val="100000"/>
              </a:lnSpc>
              <a:spcBef>
                <a:spcPts val="0"/>
              </a:spcBef>
              <a:spcAft>
                <a:spcPts val="0"/>
              </a:spcAft>
              <a:buClr>
                <a:schemeClr val="dk1"/>
              </a:buClr>
              <a:buSzPts val="1000"/>
              <a:buFont typeface="Inter"/>
              <a:buChar char="■"/>
              <a:defRPr sz="1000">
                <a:solidFill>
                  <a:schemeClr val="dk1"/>
                </a:solidFill>
              </a:defRPr>
            </a:lvl3pPr>
            <a:lvl4pPr indent="-292100" lvl="3" marL="1828800">
              <a:lnSpc>
                <a:spcPct val="100000"/>
              </a:lnSpc>
              <a:spcBef>
                <a:spcPts val="0"/>
              </a:spcBef>
              <a:spcAft>
                <a:spcPts val="0"/>
              </a:spcAft>
              <a:buClr>
                <a:schemeClr val="dk1"/>
              </a:buClr>
              <a:buSzPts val="1000"/>
              <a:buFont typeface="Inter"/>
              <a:buChar char="●"/>
              <a:defRPr sz="1000">
                <a:solidFill>
                  <a:schemeClr val="dk1"/>
                </a:solidFill>
              </a:defRPr>
            </a:lvl4pPr>
            <a:lvl5pPr indent="-292100" lvl="4" marL="2286000">
              <a:lnSpc>
                <a:spcPct val="100000"/>
              </a:lnSpc>
              <a:spcBef>
                <a:spcPts val="0"/>
              </a:spcBef>
              <a:spcAft>
                <a:spcPts val="0"/>
              </a:spcAft>
              <a:buClr>
                <a:schemeClr val="dk1"/>
              </a:buClr>
              <a:buSzPts val="1000"/>
              <a:buFont typeface="Inter"/>
              <a:buChar char="○"/>
              <a:defRPr sz="1000">
                <a:solidFill>
                  <a:schemeClr val="dk1"/>
                </a:solidFill>
              </a:defRPr>
            </a:lvl5pPr>
            <a:lvl6pPr indent="-292100" lvl="5" marL="2743200">
              <a:lnSpc>
                <a:spcPct val="100000"/>
              </a:lnSpc>
              <a:spcBef>
                <a:spcPts val="0"/>
              </a:spcBef>
              <a:spcAft>
                <a:spcPts val="0"/>
              </a:spcAft>
              <a:buClr>
                <a:schemeClr val="dk1"/>
              </a:buClr>
              <a:buSzPts val="1000"/>
              <a:buFont typeface="Inter"/>
              <a:buChar char="■"/>
              <a:defRPr sz="1000">
                <a:solidFill>
                  <a:schemeClr val="dk1"/>
                </a:solidFill>
              </a:defRPr>
            </a:lvl6pPr>
            <a:lvl7pPr indent="-292100" lvl="6" marL="3200400">
              <a:lnSpc>
                <a:spcPct val="100000"/>
              </a:lnSpc>
              <a:spcBef>
                <a:spcPts val="0"/>
              </a:spcBef>
              <a:spcAft>
                <a:spcPts val="0"/>
              </a:spcAft>
              <a:buClr>
                <a:schemeClr val="dk1"/>
              </a:buClr>
              <a:buSzPts val="1000"/>
              <a:buFont typeface="Inter"/>
              <a:buChar char="●"/>
              <a:defRPr sz="1000">
                <a:solidFill>
                  <a:schemeClr val="dk1"/>
                </a:solidFill>
              </a:defRPr>
            </a:lvl7pPr>
            <a:lvl8pPr indent="-292100" lvl="7" marL="3657600">
              <a:lnSpc>
                <a:spcPct val="100000"/>
              </a:lnSpc>
              <a:spcBef>
                <a:spcPts val="0"/>
              </a:spcBef>
              <a:spcAft>
                <a:spcPts val="0"/>
              </a:spcAft>
              <a:buClr>
                <a:schemeClr val="dk1"/>
              </a:buClr>
              <a:buSzPts val="1000"/>
              <a:buFont typeface="Inter"/>
              <a:buChar char="○"/>
              <a:defRPr sz="1000">
                <a:solidFill>
                  <a:schemeClr val="dk1"/>
                </a:solidFill>
              </a:defRPr>
            </a:lvl8pPr>
            <a:lvl9pPr indent="-292100" lvl="8" marL="4114800">
              <a:lnSpc>
                <a:spcPct val="100000"/>
              </a:lnSpc>
              <a:spcBef>
                <a:spcPts val="0"/>
              </a:spcBef>
              <a:spcAft>
                <a:spcPts val="0"/>
              </a:spcAft>
              <a:buClr>
                <a:schemeClr val="dk1"/>
              </a:buClr>
              <a:buSzPts val="1000"/>
              <a:buFont typeface="Inter"/>
              <a:buChar char="■"/>
              <a:defRPr sz="1000">
                <a:solidFill>
                  <a:schemeClr val="dk1"/>
                </a:solidFill>
              </a:defRPr>
            </a:lvl9pPr>
          </a:lstStyle>
          <a:p/>
        </p:txBody>
      </p:sp>
      <p:sp>
        <p:nvSpPr>
          <p:cNvPr id="125" name="Google Shape;125;p16"/>
          <p:cNvSpPr txBox="1"/>
          <p:nvPr>
            <p:ph idx="5" type="body"/>
          </p:nvPr>
        </p:nvSpPr>
        <p:spPr>
          <a:xfrm>
            <a:off x="6091950" y="3706763"/>
            <a:ext cx="2764800" cy="972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26" name="Google Shape;126;p16"/>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27" name="Google Shape;127;p16"/>
          <p:cNvSpPr txBox="1"/>
          <p:nvPr>
            <p:ph type="title"/>
          </p:nvPr>
        </p:nvSpPr>
        <p:spPr>
          <a:xfrm>
            <a:off x="283850" y="285900"/>
            <a:ext cx="56742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128" name="Google Shape;128;p16"/>
          <p:cNvSpPr txBox="1"/>
          <p:nvPr>
            <p:ph idx="6" type="body"/>
          </p:nvPr>
        </p:nvSpPr>
        <p:spPr>
          <a:xfrm>
            <a:off x="6091950" y="1553875"/>
            <a:ext cx="2764800" cy="972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29" name="Google Shape;129;p16"/>
          <p:cNvSpPr txBox="1"/>
          <p:nvPr>
            <p:ph idx="7"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30" name="Google Shape;130;p16"/>
          <p:cNvSpPr txBox="1"/>
          <p:nvPr>
            <p:ph idx="8"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31" name="Google Shape;131;p16"/>
          <p:cNvSpPr txBox="1"/>
          <p:nvPr>
            <p:ph idx="9" type="subTitle"/>
          </p:nvPr>
        </p:nvSpPr>
        <p:spPr>
          <a:xfrm>
            <a:off x="1648600" y="2636275"/>
            <a:ext cx="4095900" cy="972000"/>
          </a:xfrm>
          <a:prstGeom prst="rect">
            <a:avLst/>
          </a:prstGeom>
        </p:spPr>
        <p:txBody>
          <a:bodyPr anchorCtr="0" anchor="ctr" bIns="0" lIns="0" spcFirstLastPara="1" rIns="0" wrap="square" tIns="0">
            <a:normAutofit/>
          </a:bodyPr>
          <a:lstStyle>
            <a:lvl1pPr lvl="0">
              <a:spcBef>
                <a:spcPts val="0"/>
              </a:spcBef>
              <a:spcAft>
                <a:spcPts val="0"/>
              </a:spcAft>
              <a:buClr>
                <a:schemeClr val="accent4"/>
              </a:buClr>
              <a:buSzPts val="3600"/>
              <a:buFont typeface="Inter"/>
              <a:buNone/>
              <a:defRPr sz="3600">
                <a:solidFill>
                  <a:schemeClr val="accent4"/>
                </a:solidFill>
              </a:defRPr>
            </a:lvl1pPr>
            <a:lvl2pPr lvl="1">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2pPr>
            <a:lvl3pPr lvl="2">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3pPr>
            <a:lvl4pPr lvl="3">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4pPr>
            <a:lvl5pPr lvl="4">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5pPr>
            <a:lvl6pPr lvl="5">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6pPr>
            <a:lvl7pPr lvl="6">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7pPr>
            <a:lvl8pPr lvl="7">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8pPr>
            <a:lvl9pPr lvl="8">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9pPr>
          </a:lstStyle>
          <a:p/>
        </p:txBody>
      </p:sp>
      <p:sp>
        <p:nvSpPr>
          <p:cNvPr id="132" name="Google Shape;132;p16"/>
          <p:cNvSpPr txBox="1"/>
          <p:nvPr>
            <p:ph idx="13" type="subTitle"/>
          </p:nvPr>
        </p:nvSpPr>
        <p:spPr>
          <a:xfrm>
            <a:off x="1648600" y="1552438"/>
            <a:ext cx="4095900" cy="972000"/>
          </a:xfrm>
          <a:prstGeom prst="rect">
            <a:avLst/>
          </a:prstGeom>
        </p:spPr>
        <p:txBody>
          <a:bodyPr anchorCtr="0" anchor="ctr" bIns="0" lIns="0" spcFirstLastPara="1" rIns="0" wrap="square" tIns="0">
            <a:normAutofit/>
          </a:bodyPr>
          <a:lstStyle>
            <a:lvl1pPr lvl="0">
              <a:spcBef>
                <a:spcPts val="0"/>
              </a:spcBef>
              <a:spcAft>
                <a:spcPts val="0"/>
              </a:spcAft>
              <a:buClr>
                <a:schemeClr val="accent1"/>
              </a:buClr>
              <a:buSzPts val="3600"/>
              <a:buFont typeface="Inter"/>
              <a:buNone/>
              <a:defRPr sz="3600">
                <a:solidFill>
                  <a:schemeClr val="accent1"/>
                </a:solidFill>
              </a:defRPr>
            </a:lvl1pPr>
            <a:lvl2pPr lvl="1">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2pPr>
            <a:lvl3pPr lvl="2">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3pPr>
            <a:lvl4pPr lvl="3">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4pPr>
            <a:lvl5pPr lvl="4">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5pPr>
            <a:lvl6pPr lvl="5">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6pPr>
            <a:lvl7pPr lvl="6">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7pPr>
            <a:lvl8pPr lvl="7">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8pPr>
            <a:lvl9pPr lvl="8">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9pPr>
          </a:lstStyle>
          <a:p/>
        </p:txBody>
      </p:sp>
      <p:sp>
        <p:nvSpPr>
          <p:cNvPr id="133" name="Google Shape;133;p16"/>
          <p:cNvSpPr txBox="1"/>
          <p:nvPr>
            <p:ph idx="14" type="subTitle"/>
          </p:nvPr>
        </p:nvSpPr>
        <p:spPr>
          <a:xfrm>
            <a:off x="1648600" y="3707613"/>
            <a:ext cx="4095900" cy="972000"/>
          </a:xfrm>
          <a:prstGeom prst="rect">
            <a:avLst/>
          </a:prstGeom>
        </p:spPr>
        <p:txBody>
          <a:bodyPr anchorCtr="0" anchor="ctr" bIns="0" lIns="0" spcFirstLastPara="1" rIns="0" wrap="square" tIns="0">
            <a:normAutofit/>
          </a:bodyPr>
          <a:lstStyle>
            <a:lvl1pPr lvl="0">
              <a:spcBef>
                <a:spcPts val="0"/>
              </a:spcBef>
              <a:spcAft>
                <a:spcPts val="0"/>
              </a:spcAft>
              <a:buClr>
                <a:schemeClr val="accent5"/>
              </a:buClr>
              <a:buSzPts val="3600"/>
              <a:buFont typeface="Inter"/>
              <a:buNone/>
              <a:defRPr sz="3600">
                <a:solidFill>
                  <a:schemeClr val="accent5"/>
                </a:solidFill>
              </a:defRPr>
            </a:lvl1pPr>
            <a:lvl2pPr lvl="1">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2pPr>
            <a:lvl3pPr lvl="2">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3pPr>
            <a:lvl4pPr lvl="3">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4pPr>
            <a:lvl5pPr lvl="4">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5pPr>
            <a:lvl6pPr lvl="5">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6pPr>
            <a:lvl7pPr lvl="6">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7pPr>
            <a:lvl8pPr lvl="7">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8pPr>
            <a:lvl9pPr lvl="8">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6">
  <p:cSld name="BLANK_1_1_1_1_1_1_1_1_1_1_1_1_1_2_1_2_1_1">
    <p:bg>
      <p:bgPr>
        <a:solidFill>
          <a:schemeClr val="lt1"/>
        </a:solidFill>
      </p:bgPr>
    </p:bg>
    <p:spTree>
      <p:nvGrpSpPr>
        <p:cNvPr id="134" name="Shape 134"/>
        <p:cNvGrpSpPr/>
        <p:nvPr/>
      </p:nvGrpSpPr>
      <p:grpSpPr>
        <a:xfrm>
          <a:off x="0" y="0"/>
          <a:ext cx="0" cy="0"/>
          <a:chOff x="0" y="0"/>
          <a:chExt cx="0" cy="0"/>
        </a:xfrm>
      </p:grpSpPr>
      <p:sp>
        <p:nvSpPr>
          <p:cNvPr id="135" name="Google Shape;135;p17"/>
          <p:cNvSpPr txBox="1"/>
          <p:nvPr>
            <p:ph idx="1" type="subTitle"/>
          </p:nvPr>
        </p:nvSpPr>
        <p:spPr>
          <a:xfrm>
            <a:off x="3185700" y="3716975"/>
            <a:ext cx="1005000" cy="972000"/>
          </a:xfrm>
          <a:prstGeom prst="rect">
            <a:avLst/>
          </a:prstGeom>
        </p:spPr>
        <p:txBody>
          <a:bodyPr anchorCtr="0" anchor="ctr"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36" name="Google Shape;136;p17"/>
          <p:cNvSpPr txBox="1"/>
          <p:nvPr>
            <p:ph idx="2" type="subTitle"/>
          </p:nvPr>
        </p:nvSpPr>
        <p:spPr>
          <a:xfrm>
            <a:off x="1736388" y="2636275"/>
            <a:ext cx="1005000" cy="972000"/>
          </a:xfrm>
          <a:prstGeom prst="rect">
            <a:avLst/>
          </a:prstGeom>
        </p:spPr>
        <p:txBody>
          <a:bodyPr anchorCtr="0" anchor="ctr"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37" name="Google Shape;137;p17"/>
          <p:cNvSpPr txBox="1"/>
          <p:nvPr>
            <p:ph idx="3" type="subTitle"/>
          </p:nvPr>
        </p:nvSpPr>
        <p:spPr>
          <a:xfrm>
            <a:off x="288625" y="1555575"/>
            <a:ext cx="1005000" cy="972000"/>
          </a:xfrm>
          <a:prstGeom prst="rect">
            <a:avLst/>
          </a:prstGeom>
        </p:spPr>
        <p:txBody>
          <a:bodyPr anchorCtr="0" anchor="ctr"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38" name="Google Shape;138;p17"/>
          <p:cNvSpPr txBox="1"/>
          <p:nvPr>
            <p:ph idx="4" type="body"/>
          </p:nvPr>
        </p:nvSpPr>
        <p:spPr>
          <a:xfrm>
            <a:off x="3187500" y="2635425"/>
            <a:ext cx="4227000" cy="972000"/>
          </a:xfrm>
          <a:prstGeom prst="rect">
            <a:avLst/>
          </a:prstGeom>
        </p:spPr>
        <p:txBody>
          <a:bodyPr anchorCtr="0" anchor="ctr" bIns="0" lIns="0" spcFirstLastPara="1" rIns="0" wrap="square" tIns="0">
            <a:noAutofit/>
          </a:bodyPr>
          <a:lstStyle>
            <a:lvl1pPr indent="-304800" lvl="0" marL="457200">
              <a:lnSpc>
                <a:spcPct val="100000"/>
              </a:lnSpc>
              <a:spcBef>
                <a:spcPts val="0"/>
              </a:spcBef>
              <a:spcAft>
                <a:spcPts val="0"/>
              </a:spcAft>
              <a:buClr>
                <a:schemeClr val="dk1"/>
              </a:buClr>
              <a:buSzPts val="1200"/>
              <a:buFont typeface="Inter"/>
              <a:buChar char="●"/>
              <a:defRPr>
                <a:solidFill>
                  <a:schemeClr val="dk1"/>
                </a:solidFill>
              </a:defRPr>
            </a:lvl1pPr>
            <a:lvl2pPr indent="-304800" lvl="1" marL="914400">
              <a:lnSpc>
                <a:spcPct val="100000"/>
              </a:lnSpc>
              <a:spcBef>
                <a:spcPts val="0"/>
              </a:spcBef>
              <a:spcAft>
                <a:spcPts val="0"/>
              </a:spcAft>
              <a:buClr>
                <a:schemeClr val="dk1"/>
              </a:buClr>
              <a:buSzPts val="1200"/>
              <a:buFont typeface="Inter"/>
              <a:buChar char="○"/>
              <a:defRPr>
                <a:solidFill>
                  <a:schemeClr val="dk1"/>
                </a:solidFill>
              </a:defRPr>
            </a:lvl2pPr>
            <a:lvl3pPr indent="-304800" lvl="2" marL="1371600">
              <a:lnSpc>
                <a:spcPct val="100000"/>
              </a:lnSpc>
              <a:spcBef>
                <a:spcPts val="0"/>
              </a:spcBef>
              <a:spcAft>
                <a:spcPts val="0"/>
              </a:spcAft>
              <a:buClr>
                <a:schemeClr val="dk1"/>
              </a:buClr>
              <a:buSzPts val="1200"/>
              <a:buFont typeface="Inter"/>
              <a:buChar char="■"/>
              <a:defRPr>
                <a:solidFill>
                  <a:schemeClr val="dk1"/>
                </a:solidFill>
              </a:defRPr>
            </a:lvl3pPr>
            <a:lvl4pPr indent="-304800" lvl="3" marL="1828800">
              <a:lnSpc>
                <a:spcPct val="100000"/>
              </a:lnSpc>
              <a:spcBef>
                <a:spcPts val="0"/>
              </a:spcBef>
              <a:spcAft>
                <a:spcPts val="0"/>
              </a:spcAft>
              <a:buClr>
                <a:schemeClr val="dk1"/>
              </a:buClr>
              <a:buSzPts val="1200"/>
              <a:buFont typeface="Inter"/>
              <a:buChar char="●"/>
              <a:defRPr>
                <a:solidFill>
                  <a:schemeClr val="dk1"/>
                </a:solidFill>
              </a:defRPr>
            </a:lvl4pPr>
            <a:lvl5pPr indent="-304800" lvl="4" marL="2286000">
              <a:lnSpc>
                <a:spcPct val="100000"/>
              </a:lnSpc>
              <a:spcBef>
                <a:spcPts val="0"/>
              </a:spcBef>
              <a:spcAft>
                <a:spcPts val="0"/>
              </a:spcAft>
              <a:buClr>
                <a:schemeClr val="dk1"/>
              </a:buClr>
              <a:buSzPts val="1200"/>
              <a:buFont typeface="Inter"/>
              <a:buChar char="○"/>
              <a:defRPr>
                <a:solidFill>
                  <a:schemeClr val="dk1"/>
                </a:solidFill>
              </a:defRPr>
            </a:lvl5pPr>
            <a:lvl6pPr indent="-304800" lvl="5" marL="2743200">
              <a:lnSpc>
                <a:spcPct val="100000"/>
              </a:lnSpc>
              <a:spcBef>
                <a:spcPts val="0"/>
              </a:spcBef>
              <a:spcAft>
                <a:spcPts val="0"/>
              </a:spcAft>
              <a:buClr>
                <a:schemeClr val="dk1"/>
              </a:buClr>
              <a:buSzPts val="1200"/>
              <a:buFont typeface="Inter"/>
              <a:buChar char="■"/>
              <a:defRPr>
                <a:solidFill>
                  <a:schemeClr val="dk1"/>
                </a:solidFill>
              </a:defRPr>
            </a:lvl6pPr>
            <a:lvl7pPr indent="-304800" lvl="6" marL="3200400">
              <a:lnSpc>
                <a:spcPct val="100000"/>
              </a:lnSpc>
              <a:spcBef>
                <a:spcPts val="0"/>
              </a:spcBef>
              <a:spcAft>
                <a:spcPts val="0"/>
              </a:spcAft>
              <a:buClr>
                <a:schemeClr val="dk1"/>
              </a:buClr>
              <a:buSzPts val="1200"/>
              <a:buFont typeface="Inter"/>
              <a:buChar char="●"/>
              <a:defRPr>
                <a:solidFill>
                  <a:schemeClr val="dk1"/>
                </a:solidFill>
              </a:defRPr>
            </a:lvl7pPr>
            <a:lvl8pPr indent="-304800" lvl="7" marL="3657600">
              <a:lnSpc>
                <a:spcPct val="100000"/>
              </a:lnSpc>
              <a:spcBef>
                <a:spcPts val="0"/>
              </a:spcBef>
              <a:spcAft>
                <a:spcPts val="0"/>
              </a:spcAft>
              <a:buClr>
                <a:schemeClr val="dk1"/>
              </a:buClr>
              <a:buSzPts val="1200"/>
              <a:buFont typeface="Inter"/>
              <a:buChar char="○"/>
              <a:defRPr>
                <a:solidFill>
                  <a:schemeClr val="dk1"/>
                </a:solidFill>
              </a:defRPr>
            </a:lvl8pPr>
            <a:lvl9pPr indent="-304800" lvl="8" marL="4114800">
              <a:lnSpc>
                <a:spcPct val="100000"/>
              </a:lnSpc>
              <a:spcBef>
                <a:spcPts val="0"/>
              </a:spcBef>
              <a:spcAft>
                <a:spcPts val="0"/>
              </a:spcAft>
              <a:buClr>
                <a:schemeClr val="dk1"/>
              </a:buClr>
              <a:buSzPts val="1200"/>
              <a:buFont typeface="Inter"/>
              <a:buChar char="■"/>
              <a:defRPr>
                <a:solidFill>
                  <a:schemeClr val="dk1"/>
                </a:solidFill>
              </a:defRPr>
            </a:lvl9pPr>
          </a:lstStyle>
          <a:p/>
        </p:txBody>
      </p:sp>
      <p:sp>
        <p:nvSpPr>
          <p:cNvPr id="139" name="Google Shape;139;p17"/>
          <p:cNvSpPr txBox="1"/>
          <p:nvPr>
            <p:ph idx="5" type="body"/>
          </p:nvPr>
        </p:nvSpPr>
        <p:spPr>
          <a:xfrm>
            <a:off x="4629750" y="3706771"/>
            <a:ext cx="4227000" cy="972000"/>
          </a:xfrm>
          <a:prstGeom prst="rect">
            <a:avLst/>
          </a:prstGeom>
        </p:spPr>
        <p:txBody>
          <a:bodyPr anchorCtr="0" anchor="ctr" bIns="0" lIns="0" spcFirstLastPara="1" rIns="0" wrap="square" tIns="0">
            <a:noAutofit/>
          </a:bodyPr>
          <a:lstStyle>
            <a:lvl1pPr indent="-304800" lvl="0" marL="457200">
              <a:spcBef>
                <a:spcPts val="0"/>
              </a:spcBef>
              <a:spcAft>
                <a:spcPts val="0"/>
              </a:spcAft>
              <a:buClr>
                <a:schemeClr val="dk1"/>
              </a:buClr>
              <a:buSzPts val="1200"/>
              <a:buFont typeface="Inter"/>
              <a:buChar char="●"/>
              <a:defRPr>
                <a:solidFill>
                  <a:schemeClr val="dk1"/>
                </a:solidFill>
              </a:defRPr>
            </a:lvl1pPr>
            <a:lvl2pPr indent="-304800" lvl="1" marL="914400">
              <a:spcBef>
                <a:spcPts val="0"/>
              </a:spcBef>
              <a:spcAft>
                <a:spcPts val="0"/>
              </a:spcAft>
              <a:buClr>
                <a:schemeClr val="dk1"/>
              </a:buClr>
              <a:buSzPts val="1200"/>
              <a:buFont typeface="Inter"/>
              <a:buChar char="○"/>
              <a:defRPr>
                <a:solidFill>
                  <a:schemeClr val="dk1"/>
                </a:solidFill>
              </a:defRPr>
            </a:lvl2pPr>
            <a:lvl3pPr indent="-304800" lvl="2" marL="1371600">
              <a:spcBef>
                <a:spcPts val="0"/>
              </a:spcBef>
              <a:spcAft>
                <a:spcPts val="0"/>
              </a:spcAft>
              <a:buClr>
                <a:schemeClr val="dk1"/>
              </a:buClr>
              <a:buSzPts val="1200"/>
              <a:buFont typeface="Inter"/>
              <a:buChar char="■"/>
              <a:defRPr>
                <a:solidFill>
                  <a:schemeClr val="dk1"/>
                </a:solidFill>
              </a:defRPr>
            </a:lvl3pPr>
            <a:lvl4pPr indent="-304800" lvl="3" marL="1828800">
              <a:spcBef>
                <a:spcPts val="0"/>
              </a:spcBef>
              <a:spcAft>
                <a:spcPts val="0"/>
              </a:spcAft>
              <a:buClr>
                <a:schemeClr val="dk1"/>
              </a:buClr>
              <a:buSzPts val="1200"/>
              <a:buFont typeface="Inter"/>
              <a:buChar char="●"/>
              <a:defRPr>
                <a:solidFill>
                  <a:schemeClr val="dk1"/>
                </a:solidFill>
              </a:defRPr>
            </a:lvl4pPr>
            <a:lvl5pPr indent="-304800" lvl="4" marL="2286000">
              <a:spcBef>
                <a:spcPts val="0"/>
              </a:spcBef>
              <a:spcAft>
                <a:spcPts val="0"/>
              </a:spcAft>
              <a:buClr>
                <a:schemeClr val="dk1"/>
              </a:buClr>
              <a:buSzPts val="1200"/>
              <a:buFont typeface="Inter"/>
              <a:buChar char="○"/>
              <a:defRPr>
                <a:solidFill>
                  <a:schemeClr val="dk1"/>
                </a:solidFill>
              </a:defRPr>
            </a:lvl5pPr>
            <a:lvl6pPr indent="-304800" lvl="5" marL="2743200">
              <a:spcBef>
                <a:spcPts val="0"/>
              </a:spcBef>
              <a:spcAft>
                <a:spcPts val="0"/>
              </a:spcAft>
              <a:buClr>
                <a:schemeClr val="dk1"/>
              </a:buClr>
              <a:buSzPts val="1200"/>
              <a:buFont typeface="Inter"/>
              <a:buChar char="■"/>
              <a:defRPr>
                <a:solidFill>
                  <a:schemeClr val="dk1"/>
                </a:solidFill>
              </a:defRPr>
            </a:lvl6pPr>
            <a:lvl7pPr indent="-304800" lvl="6" marL="3200400">
              <a:spcBef>
                <a:spcPts val="0"/>
              </a:spcBef>
              <a:spcAft>
                <a:spcPts val="0"/>
              </a:spcAft>
              <a:buClr>
                <a:schemeClr val="dk1"/>
              </a:buClr>
              <a:buSzPts val="1200"/>
              <a:buFont typeface="Inter"/>
              <a:buChar char="●"/>
              <a:defRPr>
                <a:solidFill>
                  <a:schemeClr val="dk1"/>
                </a:solidFill>
              </a:defRPr>
            </a:lvl7pPr>
            <a:lvl8pPr indent="-304800" lvl="7" marL="3657600">
              <a:spcBef>
                <a:spcPts val="0"/>
              </a:spcBef>
              <a:spcAft>
                <a:spcPts val="0"/>
              </a:spcAft>
              <a:buClr>
                <a:schemeClr val="dk1"/>
              </a:buClr>
              <a:buSzPts val="1200"/>
              <a:buFont typeface="Inter"/>
              <a:buChar char="○"/>
              <a:defRPr>
                <a:solidFill>
                  <a:schemeClr val="dk1"/>
                </a:solidFill>
              </a:defRPr>
            </a:lvl8pPr>
            <a:lvl9pPr indent="-304800" lvl="8" marL="4114800">
              <a:spcBef>
                <a:spcPts val="0"/>
              </a:spcBef>
              <a:spcAft>
                <a:spcPts val="0"/>
              </a:spcAft>
              <a:buClr>
                <a:schemeClr val="dk1"/>
              </a:buClr>
              <a:buSzPts val="1200"/>
              <a:buFont typeface="Inter"/>
              <a:buChar char="■"/>
              <a:defRPr>
                <a:solidFill>
                  <a:schemeClr val="dk1"/>
                </a:solidFill>
              </a:defRPr>
            </a:lvl9pPr>
          </a:lstStyle>
          <a:p/>
        </p:txBody>
      </p:sp>
      <p:sp>
        <p:nvSpPr>
          <p:cNvPr id="140" name="Google Shape;140;p17"/>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41" name="Google Shape;141;p17"/>
          <p:cNvSpPr txBox="1"/>
          <p:nvPr>
            <p:ph type="title"/>
          </p:nvPr>
        </p:nvSpPr>
        <p:spPr>
          <a:xfrm>
            <a:off x="283850" y="285900"/>
            <a:ext cx="56742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142" name="Google Shape;142;p17"/>
          <p:cNvSpPr txBox="1"/>
          <p:nvPr>
            <p:ph idx="6" type="body"/>
          </p:nvPr>
        </p:nvSpPr>
        <p:spPr>
          <a:xfrm>
            <a:off x="1736400" y="1553875"/>
            <a:ext cx="4227000" cy="972000"/>
          </a:xfrm>
          <a:prstGeom prst="rect">
            <a:avLst/>
          </a:prstGeom>
        </p:spPr>
        <p:txBody>
          <a:bodyPr anchorCtr="0" anchor="t" bIns="0" lIns="0" spcFirstLastPara="1" rIns="0" wrap="square" tIns="0">
            <a:noAutofit/>
          </a:bodyPr>
          <a:lstStyle>
            <a:lvl1pPr indent="-304800" lvl="0" marL="457200">
              <a:spcBef>
                <a:spcPts val="0"/>
              </a:spcBef>
              <a:spcAft>
                <a:spcPts val="0"/>
              </a:spcAft>
              <a:buClr>
                <a:schemeClr val="dk1"/>
              </a:buClr>
              <a:buSzPts val="1200"/>
              <a:buFont typeface="Inter"/>
              <a:buChar char="●"/>
              <a:defRPr>
                <a:solidFill>
                  <a:schemeClr val="dk1"/>
                </a:solidFill>
              </a:defRPr>
            </a:lvl1pPr>
            <a:lvl2pPr indent="-304800" lvl="1" marL="914400">
              <a:spcBef>
                <a:spcPts val="0"/>
              </a:spcBef>
              <a:spcAft>
                <a:spcPts val="0"/>
              </a:spcAft>
              <a:buClr>
                <a:schemeClr val="dk1"/>
              </a:buClr>
              <a:buSzPts val="1200"/>
              <a:buFont typeface="Inter"/>
              <a:buChar char="○"/>
              <a:defRPr>
                <a:solidFill>
                  <a:schemeClr val="dk1"/>
                </a:solidFill>
              </a:defRPr>
            </a:lvl2pPr>
            <a:lvl3pPr indent="-304800" lvl="2" marL="1371600">
              <a:spcBef>
                <a:spcPts val="0"/>
              </a:spcBef>
              <a:spcAft>
                <a:spcPts val="0"/>
              </a:spcAft>
              <a:buClr>
                <a:schemeClr val="dk1"/>
              </a:buClr>
              <a:buSzPts val="1200"/>
              <a:buFont typeface="Inter"/>
              <a:buChar char="■"/>
              <a:defRPr>
                <a:solidFill>
                  <a:schemeClr val="dk1"/>
                </a:solidFill>
              </a:defRPr>
            </a:lvl3pPr>
            <a:lvl4pPr indent="-304800" lvl="3" marL="1828800">
              <a:spcBef>
                <a:spcPts val="0"/>
              </a:spcBef>
              <a:spcAft>
                <a:spcPts val="0"/>
              </a:spcAft>
              <a:buClr>
                <a:schemeClr val="dk1"/>
              </a:buClr>
              <a:buSzPts val="1200"/>
              <a:buFont typeface="Inter"/>
              <a:buChar char="●"/>
              <a:defRPr>
                <a:solidFill>
                  <a:schemeClr val="dk1"/>
                </a:solidFill>
              </a:defRPr>
            </a:lvl4pPr>
            <a:lvl5pPr indent="-304800" lvl="4" marL="2286000">
              <a:spcBef>
                <a:spcPts val="0"/>
              </a:spcBef>
              <a:spcAft>
                <a:spcPts val="0"/>
              </a:spcAft>
              <a:buClr>
                <a:schemeClr val="dk1"/>
              </a:buClr>
              <a:buSzPts val="1200"/>
              <a:buFont typeface="Inter"/>
              <a:buChar char="○"/>
              <a:defRPr>
                <a:solidFill>
                  <a:schemeClr val="dk1"/>
                </a:solidFill>
              </a:defRPr>
            </a:lvl5pPr>
            <a:lvl6pPr indent="-304800" lvl="5" marL="2743200">
              <a:spcBef>
                <a:spcPts val="0"/>
              </a:spcBef>
              <a:spcAft>
                <a:spcPts val="0"/>
              </a:spcAft>
              <a:buClr>
                <a:schemeClr val="dk1"/>
              </a:buClr>
              <a:buSzPts val="1200"/>
              <a:buFont typeface="Inter"/>
              <a:buChar char="■"/>
              <a:defRPr>
                <a:solidFill>
                  <a:schemeClr val="dk1"/>
                </a:solidFill>
              </a:defRPr>
            </a:lvl6pPr>
            <a:lvl7pPr indent="-304800" lvl="6" marL="3200400">
              <a:spcBef>
                <a:spcPts val="0"/>
              </a:spcBef>
              <a:spcAft>
                <a:spcPts val="0"/>
              </a:spcAft>
              <a:buClr>
                <a:schemeClr val="dk1"/>
              </a:buClr>
              <a:buSzPts val="1200"/>
              <a:buFont typeface="Inter"/>
              <a:buChar char="●"/>
              <a:defRPr>
                <a:solidFill>
                  <a:schemeClr val="dk1"/>
                </a:solidFill>
              </a:defRPr>
            </a:lvl7pPr>
            <a:lvl8pPr indent="-304800" lvl="7" marL="3657600">
              <a:spcBef>
                <a:spcPts val="0"/>
              </a:spcBef>
              <a:spcAft>
                <a:spcPts val="0"/>
              </a:spcAft>
              <a:buClr>
                <a:schemeClr val="dk1"/>
              </a:buClr>
              <a:buSzPts val="1200"/>
              <a:buFont typeface="Inter"/>
              <a:buChar char="○"/>
              <a:defRPr>
                <a:solidFill>
                  <a:schemeClr val="dk1"/>
                </a:solidFill>
              </a:defRPr>
            </a:lvl8pPr>
            <a:lvl9pPr indent="-304800" lvl="8" marL="4114800">
              <a:spcBef>
                <a:spcPts val="0"/>
              </a:spcBef>
              <a:spcAft>
                <a:spcPts val="0"/>
              </a:spcAft>
              <a:buClr>
                <a:schemeClr val="dk1"/>
              </a:buClr>
              <a:buSzPts val="1200"/>
              <a:buFont typeface="Inter"/>
              <a:buChar char="■"/>
              <a:defRPr>
                <a:solidFill>
                  <a:schemeClr val="dk1"/>
                </a:solidFill>
              </a:defRPr>
            </a:lvl9pPr>
          </a:lstStyle>
          <a:p/>
        </p:txBody>
      </p:sp>
      <p:sp>
        <p:nvSpPr>
          <p:cNvPr id="143" name="Google Shape;143;p17"/>
          <p:cNvSpPr txBox="1"/>
          <p:nvPr>
            <p:ph idx="7"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44" name="Google Shape;144;p17"/>
          <p:cNvSpPr txBox="1"/>
          <p:nvPr>
            <p:ph idx="8"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8">
  <p:cSld name="BLANK_1_1_1_1_1_1_1_1_1_1_1_1_1_2_1_1_1">
    <p:spTree>
      <p:nvGrpSpPr>
        <p:cNvPr id="145" name="Shape 145"/>
        <p:cNvGrpSpPr/>
        <p:nvPr/>
      </p:nvGrpSpPr>
      <p:grpSpPr>
        <a:xfrm>
          <a:off x="0" y="0"/>
          <a:ext cx="0" cy="0"/>
          <a:chOff x="0" y="0"/>
          <a:chExt cx="0" cy="0"/>
        </a:xfrm>
      </p:grpSpPr>
      <p:sp>
        <p:nvSpPr>
          <p:cNvPr id="146" name="Google Shape;146;p18"/>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47" name="Google Shape;147;p18"/>
          <p:cNvSpPr txBox="1"/>
          <p:nvPr>
            <p:ph type="title"/>
          </p:nvPr>
        </p:nvSpPr>
        <p:spPr>
          <a:xfrm>
            <a:off x="283850" y="285900"/>
            <a:ext cx="5674200" cy="22353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lvl1pPr>
            <a:lvl2pPr lvl="1">
              <a:lnSpc>
                <a:spcPct val="85000"/>
              </a:lnSpc>
              <a:spcBef>
                <a:spcPts val="0"/>
              </a:spcBef>
              <a:spcAft>
                <a:spcPts val="0"/>
              </a:spcAft>
              <a:buNone/>
              <a:defRPr sz="3600"/>
            </a:lvl2pPr>
            <a:lvl3pPr lvl="2">
              <a:lnSpc>
                <a:spcPct val="85000"/>
              </a:lnSpc>
              <a:spcBef>
                <a:spcPts val="0"/>
              </a:spcBef>
              <a:spcAft>
                <a:spcPts val="0"/>
              </a:spcAft>
              <a:buNone/>
              <a:defRPr sz="3600"/>
            </a:lvl3pPr>
            <a:lvl4pPr lvl="3">
              <a:lnSpc>
                <a:spcPct val="85000"/>
              </a:lnSpc>
              <a:spcBef>
                <a:spcPts val="0"/>
              </a:spcBef>
              <a:spcAft>
                <a:spcPts val="0"/>
              </a:spcAft>
              <a:buNone/>
              <a:defRPr sz="3600"/>
            </a:lvl4pPr>
            <a:lvl5pPr lvl="4">
              <a:lnSpc>
                <a:spcPct val="85000"/>
              </a:lnSpc>
              <a:spcBef>
                <a:spcPts val="0"/>
              </a:spcBef>
              <a:spcAft>
                <a:spcPts val="0"/>
              </a:spcAft>
              <a:buNone/>
              <a:defRPr sz="3600"/>
            </a:lvl5pPr>
            <a:lvl6pPr lvl="5">
              <a:lnSpc>
                <a:spcPct val="85000"/>
              </a:lnSpc>
              <a:spcBef>
                <a:spcPts val="0"/>
              </a:spcBef>
              <a:spcAft>
                <a:spcPts val="0"/>
              </a:spcAft>
              <a:buNone/>
              <a:defRPr sz="3600"/>
            </a:lvl6pPr>
            <a:lvl7pPr lvl="6">
              <a:lnSpc>
                <a:spcPct val="85000"/>
              </a:lnSpc>
              <a:spcBef>
                <a:spcPts val="0"/>
              </a:spcBef>
              <a:spcAft>
                <a:spcPts val="0"/>
              </a:spcAft>
              <a:buNone/>
              <a:defRPr sz="3600"/>
            </a:lvl7pPr>
            <a:lvl8pPr lvl="7">
              <a:lnSpc>
                <a:spcPct val="85000"/>
              </a:lnSpc>
              <a:spcBef>
                <a:spcPts val="0"/>
              </a:spcBef>
              <a:spcAft>
                <a:spcPts val="0"/>
              </a:spcAft>
              <a:buNone/>
              <a:defRPr sz="3600"/>
            </a:lvl8pPr>
            <a:lvl9pPr lvl="8">
              <a:lnSpc>
                <a:spcPct val="85000"/>
              </a:lnSpc>
              <a:spcBef>
                <a:spcPts val="0"/>
              </a:spcBef>
              <a:spcAft>
                <a:spcPts val="0"/>
              </a:spcAft>
              <a:buNone/>
              <a:defRPr sz="3600"/>
            </a:lvl9pPr>
          </a:lstStyle>
          <a:p/>
        </p:txBody>
      </p:sp>
      <p:sp>
        <p:nvSpPr>
          <p:cNvPr id="148" name="Google Shape;148;p18"/>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9" name="Google Shape;149;p18"/>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0" name="Google Shape;150;p18"/>
          <p:cNvSpPr txBox="1"/>
          <p:nvPr>
            <p:ph idx="1" type="body"/>
          </p:nvPr>
        </p:nvSpPr>
        <p:spPr>
          <a:xfrm>
            <a:off x="2456850" y="3716975"/>
            <a:ext cx="2055000" cy="728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151" name="Google Shape;151;p18"/>
          <p:cNvSpPr txBox="1"/>
          <p:nvPr>
            <p:ph idx="4" type="body"/>
          </p:nvPr>
        </p:nvSpPr>
        <p:spPr>
          <a:xfrm>
            <a:off x="4629750" y="3716975"/>
            <a:ext cx="2055000" cy="728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152" name="Google Shape;152;p18"/>
          <p:cNvSpPr txBox="1"/>
          <p:nvPr>
            <p:ph idx="5" type="body"/>
          </p:nvPr>
        </p:nvSpPr>
        <p:spPr>
          <a:xfrm>
            <a:off x="6802050" y="3716975"/>
            <a:ext cx="2054700" cy="728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9">
  <p:cSld name="BLANK_1_1_1_1_1_1_1_1_1_1_1_1_1_2_1_1_2">
    <p:spTree>
      <p:nvGrpSpPr>
        <p:cNvPr id="153" name="Shape 153"/>
        <p:cNvGrpSpPr/>
        <p:nvPr/>
      </p:nvGrpSpPr>
      <p:grpSpPr>
        <a:xfrm>
          <a:off x="0" y="0"/>
          <a:ext cx="0" cy="0"/>
          <a:chOff x="0" y="0"/>
          <a:chExt cx="0" cy="0"/>
        </a:xfrm>
      </p:grpSpPr>
      <p:sp>
        <p:nvSpPr>
          <p:cNvPr id="154" name="Google Shape;154;p19"/>
          <p:cNvSpPr txBox="1"/>
          <p:nvPr>
            <p:ph idx="1" type="body"/>
          </p:nvPr>
        </p:nvSpPr>
        <p:spPr>
          <a:xfrm>
            <a:off x="6091950" y="1553875"/>
            <a:ext cx="2764800" cy="972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155" name="Google Shape;155;p19"/>
          <p:cNvSpPr txBox="1"/>
          <p:nvPr>
            <p:ph idx="2" type="body"/>
          </p:nvPr>
        </p:nvSpPr>
        <p:spPr>
          <a:xfrm>
            <a:off x="6091950" y="2635425"/>
            <a:ext cx="2764800" cy="972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156" name="Google Shape;156;p19"/>
          <p:cNvSpPr txBox="1"/>
          <p:nvPr>
            <p:ph idx="3" type="body"/>
          </p:nvPr>
        </p:nvSpPr>
        <p:spPr>
          <a:xfrm>
            <a:off x="6091950" y="3706763"/>
            <a:ext cx="2764800" cy="972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157" name="Google Shape;157;p19"/>
          <p:cNvSpPr txBox="1"/>
          <p:nvPr>
            <p:ph type="title"/>
          </p:nvPr>
        </p:nvSpPr>
        <p:spPr>
          <a:xfrm>
            <a:off x="283850" y="285900"/>
            <a:ext cx="42276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1800"/>
            </a:lvl1pPr>
            <a:lvl2pPr lvl="1">
              <a:lnSpc>
                <a:spcPct val="85000"/>
              </a:lnSpc>
              <a:spcBef>
                <a:spcPts val="0"/>
              </a:spcBef>
              <a:spcAft>
                <a:spcPts val="0"/>
              </a:spcAft>
              <a:buNone/>
              <a:defRPr sz="1800"/>
            </a:lvl2pPr>
            <a:lvl3pPr lvl="2">
              <a:lnSpc>
                <a:spcPct val="85000"/>
              </a:lnSpc>
              <a:spcBef>
                <a:spcPts val="0"/>
              </a:spcBef>
              <a:spcAft>
                <a:spcPts val="0"/>
              </a:spcAft>
              <a:buNone/>
              <a:defRPr sz="1800"/>
            </a:lvl3pPr>
            <a:lvl4pPr lvl="3">
              <a:lnSpc>
                <a:spcPct val="85000"/>
              </a:lnSpc>
              <a:spcBef>
                <a:spcPts val="0"/>
              </a:spcBef>
              <a:spcAft>
                <a:spcPts val="0"/>
              </a:spcAft>
              <a:buNone/>
              <a:defRPr sz="1800"/>
            </a:lvl4pPr>
            <a:lvl5pPr lvl="4">
              <a:lnSpc>
                <a:spcPct val="85000"/>
              </a:lnSpc>
              <a:spcBef>
                <a:spcPts val="0"/>
              </a:spcBef>
              <a:spcAft>
                <a:spcPts val="0"/>
              </a:spcAft>
              <a:buNone/>
              <a:defRPr sz="1800"/>
            </a:lvl5pPr>
            <a:lvl6pPr lvl="5">
              <a:lnSpc>
                <a:spcPct val="85000"/>
              </a:lnSpc>
              <a:spcBef>
                <a:spcPts val="0"/>
              </a:spcBef>
              <a:spcAft>
                <a:spcPts val="0"/>
              </a:spcAft>
              <a:buNone/>
              <a:defRPr sz="1800"/>
            </a:lvl6pPr>
            <a:lvl7pPr lvl="6">
              <a:lnSpc>
                <a:spcPct val="85000"/>
              </a:lnSpc>
              <a:spcBef>
                <a:spcPts val="0"/>
              </a:spcBef>
              <a:spcAft>
                <a:spcPts val="0"/>
              </a:spcAft>
              <a:buNone/>
              <a:defRPr sz="1800"/>
            </a:lvl7pPr>
            <a:lvl8pPr lvl="7">
              <a:lnSpc>
                <a:spcPct val="85000"/>
              </a:lnSpc>
              <a:spcBef>
                <a:spcPts val="0"/>
              </a:spcBef>
              <a:spcAft>
                <a:spcPts val="0"/>
              </a:spcAft>
              <a:buNone/>
              <a:defRPr sz="1800"/>
            </a:lvl8pPr>
            <a:lvl9pPr lvl="8">
              <a:lnSpc>
                <a:spcPct val="85000"/>
              </a:lnSpc>
              <a:spcBef>
                <a:spcPts val="0"/>
              </a:spcBef>
              <a:spcAft>
                <a:spcPts val="0"/>
              </a:spcAft>
              <a:buNone/>
              <a:defRPr sz="1800"/>
            </a:lvl9pPr>
          </a:lstStyle>
          <a:p/>
        </p:txBody>
      </p:sp>
      <p:sp>
        <p:nvSpPr>
          <p:cNvPr id="158" name="Google Shape;158;p19"/>
          <p:cNvSpPr txBox="1"/>
          <p:nvPr>
            <p:ph idx="4"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9" name="Google Shape;159;p19"/>
          <p:cNvSpPr txBox="1"/>
          <p:nvPr>
            <p:ph idx="5"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0" name="Google Shape;160;p19"/>
          <p:cNvSpPr txBox="1"/>
          <p:nvPr>
            <p:ph idx="6" type="subTitle"/>
          </p:nvPr>
        </p:nvSpPr>
        <p:spPr>
          <a:xfrm>
            <a:off x="288625" y="1555575"/>
            <a:ext cx="4509600" cy="972000"/>
          </a:xfrm>
          <a:prstGeom prst="rect">
            <a:avLst/>
          </a:prstGeom>
        </p:spPr>
        <p:txBody>
          <a:bodyPr anchorCtr="0" anchor="t" bIns="0" lIns="0" spcFirstLastPara="1" rIns="0" wrap="square" tIns="0">
            <a:normAutofit/>
          </a:bodyPr>
          <a:lstStyle>
            <a:lvl1pPr lvl="0">
              <a:lnSpc>
                <a:spcPct val="90000"/>
              </a:lnSpc>
              <a:spcBef>
                <a:spcPts val="0"/>
              </a:spcBef>
              <a:spcAft>
                <a:spcPts val="0"/>
              </a:spcAft>
              <a:buClr>
                <a:schemeClr val="lt1"/>
              </a:buClr>
              <a:buSzPts val="3600"/>
              <a:buFont typeface="Inter"/>
              <a:buNone/>
              <a:defRPr sz="3600"/>
            </a:lvl1pPr>
            <a:lvl2pPr lvl="1">
              <a:lnSpc>
                <a:spcPct val="90000"/>
              </a:lnSpc>
              <a:spcBef>
                <a:spcPts val="0"/>
              </a:spcBef>
              <a:spcAft>
                <a:spcPts val="0"/>
              </a:spcAft>
              <a:buClr>
                <a:schemeClr val="lt1"/>
              </a:buClr>
              <a:buSzPts val="3600"/>
              <a:buFont typeface="Inter"/>
              <a:buNone/>
              <a:defRPr sz="3600">
                <a:latin typeface="Inter"/>
                <a:ea typeface="Inter"/>
                <a:cs typeface="Inter"/>
                <a:sym typeface="Inter"/>
              </a:defRPr>
            </a:lvl2pPr>
            <a:lvl3pPr lvl="2">
              <a:lnSpc>
                <a:spcPct val="90000"/>
              </a:lnSpc>
              <a:spcBef>
                <a:spcPts val="0"/>
              </a:spcBef>
              <a:spcAft>
                <a:spcPts val="0"/>
              </a:spcAft>
              <a:buClr>
                <a:schemeClr val="lt1"/>
              </a:buClr>
              <a:buSzPts val="3600"/>
              <a:buFont typeface="Inter"/>
              <a:buNone/>
              <a:defRPr sz="3600">
                <a:latin typeface="Inter"/>
                <a:ea typeface="Inter"/>
                <a:cs typeface="Inter"/>
                <a:sym typeface="Inter"/>
              </a:defRPr>
            </a:lvl3pPr>
            <a:lvl4pPr lvl="3">
              <a:lnSpc>
                <a:spcPct val="90000"/>
              </a:lnSpc>
              <a:spcBef>
                <a:spcPts val="0"/>
              </a:spcBef>
              <a:spcAft>
                <a:spcPts val="0"/>
              </a:spcAft>
              <a:buClr>
                <a:schemeClr val="lt1"/>
              </a:buClr>
              <a:buSzPts val="3600"/>
              <a:buFont typeface="Inter"/>
              <a:buNone/>
              <a:defRPr sz="3600">
                <a:latin typeface="Inter"/>
                <a:ea typeface="Inter"/>
                <a:cs typeface="Inter"/>
                <a:sym typeface="Inter"/>
              </a:defRPr>
            </a:lvl4pPr>
            <a:lvl5pPr lvl="4">
              <a:lnSpc>
                <a:spcPct val="90000"/>
              </a:lnSpc>
              <a:spcBef>
                <a:spcPts val="0"/>
              </a:spcBef>
              <a:spcAft>
                <a:spcPts val="0"/>
              </a:spcAft>
              <a:buClr>
                <a:schemeClr val="lt1"/>
              </a:buClr>
              <a:buSzPts val="3600"/>
              <a:buFont typeface="Inter"/>
              <a:buNone/>
              <a:defRPr sz="3600">
                <a:latin typeface="Inter"/>
                <a:ea typeface="Inter"/>
                <a:cs typeface="Inter"/>
                <a:sym typeface="Inter"/>
              </a:defRPr>
            </a:lvl5pPr>
            <a:lvl6pPr lvl="5">
              <a:lnSpc>
                <a:spcPct val="90000"/>
              </a:lnSpc>
              <a:spcBef>
                <a:spcPts val="0"/>
              </a:spcBef>
              <a:spcAft>
                <a:spcPts val="0"/>
              </a:spcAft>
              <a:buClr>
                <a:schemeClr val="lt1"/>
              </a:buClr>
              <a:buSzPts val="3600"/>
              <a:buFont typeface="Inter"/>
              <a:buNone/>
              <a:defRPr sz="3600">
                <a:latin typeface="Inter"/>
                <a:ea typeface="Inter"/>
                <a:cs typeface="Inter"/>
                <a:sym typeface="Inter"/>
              </a:defRPr>
            </a:lvl6pPr>
            <a:lvl7pPr lvl="6">
              <a:lnSpc>
                <a:spcPct val="90000"/>
              </a:lnSpc>
              <a:spcBef>
                <a:spcPts val="0"/>
              </a:spcBef>
              <a:spcAft>
                <a:spcPts val="0"/>
              </a:spcAft>
              <a:buClr>
                <a:schemeClr val="lt1"/>
              </a:buClr>
              <a:buSzPts val="3600"/>
              <a:buFont typeface="Inter"/>
              <a:buNone/>
              <a:defRPr sz="3600">
                <a:latin typeface="Inter"/>
                <a:ea typeface="Inter"/>
                <a:cs typeface="Inter"/>
                <a:sym typeface="Inter"/>
              </a:defRPr>
            </a:lvl7pPr>
            <a:lvl8pPr lvl="7">
              <a:lnSpc>
                <a:spcPct val="90000"/>
              </a:lnSpc>
              <a:spcBef>
                <a:spcPts val="0"/>
              </a:spcBef>
              <a:spcAft>
                <a:spcPts val="0"/>
              </a:spcAft>
              <a:buClr>
                <a:schemeClr val="lt1"/>
              </a:buClr>
              <a:buSzPts val="3600"/>
              <a:buFont typeface="Inter"/>
              <a:buNone/>
              <a:defRPr sz="3600">
                <a:latin typeface="Inter"/>
                <a:ea typeface="Inter"/>
                <a:cs typeface="Inter"/>
                <a:sym typeface="Inter"/>
              </a:defRPr>
            </a:lvl8pPr>
            <a:lvl9pPr lvl="8">
              <a:lnSpc>
                <a:spcPct val="90000"/>
              </a:lnSpc>
              <a:spcBef>
                <a:spcPts val="0"/>
              </a:spcBef>
              <a:spcAft>
                <a:spcPts val="0"/>
              </a:spcAft>
              <a:buClr>
                <a:schemeClr val="lt1"/>
              </a:buClr>
              <a:buSzPts val="3600"/>
              <a:buFont typeface="Inter"/>
              <a:buNone/>
              <a:defRPr sz="3600">
                <a:latin typeface="Inter"/>
                <a:ea typeface="Inter"/>
                <a:cs typeface="Inter"/>
                <a:sym typeface="Inter"/>
              </a:defRPr>
            </a:lvl9pPr>
          </a:lstStyle>
          <a:p/>
        </p:txBody>
      </p:sp>
      <p:sp>
        <p:nvSpPr>
          <p:cNvPr id="161" name="Google Shape;161;p19"/>
          <p:cNvSpPr txBox="1"/>
          <p:nvPr>
            <p:ph idx="7" type="subTitle"/>
          </p:nvPr>
        </p:nvSpPr>
        <p:spPr>
          <a:xfrm>
            <a:off x="288625" y="2636275"/>
            <a:ext cx="4509600" cy="972000"/>
          </a:xfrm>
          <a:prstGeom prst="rect">
            <a:avLst/>
          </a:prstGeom>
        </p:spPr>
        <p:txBody>
          <a:bodyPr anchorCtr="0" anchor="t" bIns="0" lIns="0" spcFirstLastPara="1" rIns="0" wrap="square" tIns="0">
            <a:normAutofit/>
          </a:bodyPr>
          <a:lstStyle>
            <a:lvl1pPr lvl="0">
              <a:lnSpc>
                <a:spcPct val="90000"/>
              </a:lnSpc>
              <a:spcBef>
                <a:spcPts val="0"/>
              </a:spcBef>
              <a:spcAft>
                <a:spcPts val="0"/>
              </a:spcAft>
              <a:buClr>
                <a:schemeClr val="lt1"/>
              </a:buClr>
              <a:buSzPts val="3600"/>
              <a:buFont typeface="Inter"/>
              <a:buNone/>
              <a:defRPr sz="3600"/>
            </a:lvl1pPr>
            <a:lvl2pPr lvl="1">
              <a:lnSpc>
                <a:spcPct val="90000"/>
              </a:lnSpc>
              <a:spcBef>
                <a:spcPts val="0"/>
              </a:spcBef>
              <a:spcAft>
                <a:spcPts val="0"/>
              </a:spcAft>
              <a:buClr>
                <a:schemeClr val="lt1"/>
              </a:buClr>
              <a:buSzPts val="3600"/>
              <a:buFont typeface="Inter"/>
              <a:buNone/>
              <a:defRPr sz="3600">
                <a:latin typeface="Inter"/>
                <a:ea typeface="Inter"/>
                <a:cs typeface="Inter"/>
                <a:sym typeface="Inter"/>
              </a:defRPr>
            </a:lvl2pPr>
            <a:lvl3pPr lvl="2">
              <a:lnSpc>
                <a:spcPct val="90000"/>
              </a:lnSpc>
              <a:spcBef>
                <a:spcPts val="0"/>
              </a:spcBef>
              <a:spcAft>
                <a:spcPts val="0"/>
              </a:spcAft>
              <a:buClr>
                <a:schemeClr val="lt1"/>
              </a:buClr>
              <a:buSzPts val="3600"/>
              <a:buFont typeface="Inter"/>
              <a:buNone/>
              <a:defRPr sz="3600">
                <a:latin typeface="Inter"/>
                <a:ea typeface="Inter"/>
                <a:cs typeface="Inter"/>
                <a:sym typeface="Inter"/>
              </a:defRPr>
            </a:lvl3pPr>
            <a:lvl4pPr lvl="3">
              <a:lnSpc>
                <a:spcPct val="90000"/>
              </a:lnSpc>
              <a:spcBef>
                <a:spcPts val="0"/>
              </a:spcBef>
              <a:spcAft>
                <a:spcPts val="0"/>
              </a:spcAft>
              <a:buClr>
                <a:schemeClr val="lt1"/>
              </a:buClr>
              <a:buSzPts val="3600"/>
              <a:buFont typeface="Inter"/>
              <a:buNone/>
              <a:defRPr sz="3600">
                <a:latin typeface="Inter"/>
                <a:ea typeface="Inter"/>
                <a:cs typeface="Inter"/>
                <a:sym typeface="Inter"/>
              </a:defRPr>
            </a:lvl4pPr>
            <a:lvl5pPr lvl="4">
              <a:lnSpc>
                <a:spcPct val="90000"/>
              </a:lnSpc>
              <a:spcBef>
                <a:spcPts val="0"/>
              </a:spcBef>
              <a:spcAft>
                <a:spcPts val="0"/>
              </a:spcAft>
              <a:buClr>
                <a:schemeClr val="lt1"/>
              </a:buClr>
              <a:buSzPts val="3600"/>
              <a:buFont typeface="Inter"/>
              <a:buNone/>
              <a:defRPr sz="3600">
                <a:latin typeface="Inter"/>
                <a:ea typeface="Inter"/>
                <a:cs typeface="Inter"/>
                <a:sym typeface="Inter"/>
              </a:defRPr>
            </a:lvl5pPr>
            <a:lvl6pPr lvl="5">
              <a:lnSpc>
                <a:spcPct val="90000"/>
              </a:lnSpc>
              <a:spcBef>
                <a:spcPts val="0"/>
              </a:spcBef>
              <a:spcAft>
                <a:spcPts val="0"/>
              </a:spcAft>
              <a:buClr>
                <a:schemeClr val="lt1"/>
              </a:buClr>
              <a:buSzPts val="3600"/>
              <a:buFont typeface="Inter"/>
              <a:buNone/>
              <a:defRPr sz="3600">
                <a:latin typeface="Inter"/>
                <a:ea typeface="Inter"/>
                <a:cs typeface="Inter"/>
                <a:sym typeface="Inter"/>
              </a:defRPr>
            </a:lvl6pPr>
            <a:lvl7pPr lvl="6">
              <a:lnSpc>
                <a:spcPct val="90000"/>
              </a:lnSpc>
              <a:spcBef>
                <a:spcPts val="0"/>
              </a:spcBef>
              <a:spcAft>
                <a:spcPts val="0"/>
              </a:spcAft>
              <a:buClr>
                <a:schemeClr val="lt1"/>
              </a:buClr>
              <a:buSzPts val="3600"/>
              <a:buFont typeface="Inter"/>
              <a:buNone/>
              <a:defRPr sz="3600">
                <a:latin typeface="Inter"/>
                <a:ea typeface="Inter"/>
                <a:cs typeface="Inter"/>
                <a:sym typeface="Inter"/>
              </a:defRPr>
            </a:lvl7pPr>
            <a:lvl8pPr lvl="7">
              <a:lnSpc>
                <a:spcPct val="90000"/>
              </a:lnSpc>
              <a:spcBef>
                <a:spcPts val="0"/>
              </a:spcBef>
              <a:spcAft>
                <a:spcPts val="0"/>
              </a:spcAft>
              <a:buClr>
                <a:schemeClr val="lt1"/>
              </a:buClr>
              <a:buSzPts val="3600"/>
              <a:buFont typeface="Inter"/>
              <a:buNone/>
              <a:defRPr sz="3600">
                <a:latin typeface="Inter"/>
                <a:ea typeface="Inter"/>
                <a:cs typeface="Inter"/>
                <a:sym typeface="Inter"/>
              </a:defRPr>
            </a:lvl8pPr>
            <a:lvl9pPr lvl="8">
              <a:lnSpc>
                <a:spcPct val="90000"/>
              </a:lnSpc>
              <a:spcBef>
                <a:spcPts val="0"/>
              </a:spcBef>
              <a:spcAft>
                <a:spcPts val="0"/>
              </a:spcAft>
              <a:buClr>
                <a:schemeClr val="lt1"/>
              </a:buClr>
              <a:buSzPts val="3600"/>
              <a:buFont typeface="Inter"/>
              <a:buNone/>
              <a:defRPr sz="3600">
                <a:latin typeface="Inter"/>
                <a:ea typeface="Inter"/>
                <a:cs typeface="Inter"/>
                <a:sym typeface="Inter"/>
              </a:defRPr>
            </a:lvl9pPr>
          </a:lstStyle>
          <a:p/>
        </p:txBody>
      </p:sp>
      <p:sp>
        <p:nvSpPr>
          <p:cNvPr id="162" name="Google Shape;162;p19"/>
          <p:cNvSpPr txBox="1"/>
          <p:nvPr>
            <p:ph idx="8" type="subTitle"/>
          </p:nvPr>
        </p:nvSpPr>
        <p:spPr>
          <a:xfrm>
            <a:off x="288625" y="3716975"/>
            <a:ext cx="4509600" cy="972000"/>
          </a:xfrm>
          <a:prstGeom prst="rect">
            <a:avLst/>
          </a:prstGeom>
        </p:spPr>
        <p:txBody>
          <a:bodyPr anchorCtr="0" anchor="t" bIns="0" lIns="0" spcFirstLastPara="1" rIns="0" wrap="square" tIns="0">
            <a:normAutofit/>
          </a:bodyPr>
          <a:lstStyle>
            <a:lvl1pPr lvl="0">
              <a:lnSpc>
                <a:spcPct val="90000"/>
              </a:lnSpc>
              <a:spcBef>
                <a:spcPts val="0"/>
              </a:spcBef>
              <a:spcAft>
                <a:spcPts val="0"/>
              </a:spcAft>
              <a:buClr>
                <a:schemeClr val="lt1"/>
              </a:buClr>
              <a:buSzPts val="3600"/>
              <a:buFont typeface="Inter"/>
              <a:buNone/>
              <a:defRPr sz="3600"/>
            </a:lvl1pPr>
            <a:lvl2pPr lvl="1">
              <a:lnSpc>
                <a:spcPct val="90000"/>
              </a:lnSpc>
              <a:spcBef>
                <a:spcPts val="0"/>
              </a:spcBef>
              <a:spcAft>
                <a:spcPts val="0"/>
              </a:spcAft>
              <a:buClr>
                <a:schemeClr val="lt1"/>
              </a:buClr>
              <a:buSzPts val="3600"/>
              <a:buFont typeface="Inter"/>
              <a:buNone/>
              <a:defRPr sz="3600">
                <a:latin typeface="Inter"/>
                <a:ea typeface="Inter"/>
                <a:cs typeface="Inter"/>
                <a:sym typeface="Inter"/>
              </a:defRPr>
            </a:lvl2pPr>
            <a:lvl3pPr lvl="2">
              <a:lnSpc>
                <a:spcPct val="90000"/>
              </a:lnSpc>
              <a:spcBef>
                <a:spcPts val="0"/>
              </a:spcBef>
              <a:spcAft>
                <a:spcPts val="0"/>
              </a:spcAft>
              <a:buClr>
                <a:schemeClr val="lt1"/>
              </a:buClr>
              <a:buSzPts val="3600"/>
              <a:buFont typeface="Inter"/>
              <a:buNone/>
              <a:defRPr sz="3600">
                <a:latin typeface="Inter"/>
                <a:ea typeface="Inter"/>
                <a:cs typeface="Inter"/>
                <a:sym typeface="Inter"/>
              </a:defRPr>
            </a:lvl3pPr>
            <a:lvl4pPr lvl="3">
              <a:lnSpc>
                <a:spcPct val="90000"/>
              </a:lnSpc>
              <a:spcBef>
                <a:spcPts val="0"/>
              </a:spcBef>
              <a:spcAft>
                <a:spcPts val="0"/>
              </a:spcAft>
              <a:buClr>
                <a:schemeClr val="lt1"/>
              </a:buClr>
              <a:buSzPts val="3600"/>
              <a:buFont typeface="Inter"/>
              <a:buNone/>
              <a:defRPr sz="3600">
                <a:latin typeface="Inter"/>
                <a:ea typeface="Inter"/>
                <a:cs typeface="Inter"/>
                <a:sym typeface="Inter"/>
              </a:defRPr>
            </a:lvl4pPr>
            <a:lvl5pPr lvl="4">
              <a:lnSpc>
                <a:spcPct val="90000"/>
              </a:lnSpc>
              <a:spcBef>
                <a:spcPts val="0"/>
              </a:spcBef>
              <a:spcAft>
                <a:spcPts val="0"/>
              </a:spcAft>
              <a:buClr>
                <a:schemeClr val="lt1"/>
              </a:buClr>
              <a:buSzPts val="3600"/>
              <a:buFont typeface="Inter"/>
              <a:buNone/>
              <a:defRPr sz="3600">
                <a:latin typeface="Inter"/>
                <a:ea typeface="Inter"/>
                <a:cs typeface="Inter"/>
                <a:sym typeface="Inter"/>
              </a:defRPr>
            </a:lvl5pPr>
            <a:lvl6pPr lvl="5">
              <a:lnSpc>
                <a:spcPct val="90000"/>
              </a:lnSpc>
              <a:spcBef>
                <a:spcPts val="0"/>
              </a:spcBef>
              <a:spcAft>
                <a:spcPts val="0"/>
              </a:spcAft>
              <a:buClr>
                <a:schemeClr val="lt1"/>
              </a:buClr>
              <a:buSzPts val="3600"/>
              <a:buFont typeface="Inter"/>
              <a:buNone/>
              <a:defRPr sz="3600">
                <a:latin typeface="Inter"/>
                <a:ea typeface="Inter"/>
                <a:cs typeface="Inter"/>
                <a:sym typeface="Inter"/>
              </a:defRPr>
            </a:lvl6pPr>
            <a:lvl7pPr lvl="6">
              <a:lnSpc>
                <a:spcPct val="90000"/>
              </a:lnSpc>
              <a:spcBef>
                <a:spcPts val="0"/>
              </a:spcBef>
              <a:spcAft>
                <a:spcPts val="0"/>
              </a:spcAft>
              <a:buClr>
                <a:schemeClr val="lt1"/>
              </a:buClr>
              <a:buSzPts val="3600"/>
              <a:buFont typeface="Inter"/>
              <a:buNone/>
              <a:defRPr sz="3600">
                <a:latin typeface="Inter"/>
                <a:ea typeface="Inter"/>
                <a:cs typeface="Inter"/>
                <a:sym typeface="Inter"/>
              </a:defRPr>
            </a:lvl7pPr>
            <a:lvl8pPr lvl="7">
              <a:lnSpc>
                <a:spcPct val="90000"/>
              </a:lnSpc>
              <a:spcBef>
                <a:spcPts val="0"/>
              </a:spcBef>
              <a:spcAft>
                <a:spcPts val="0"/>
              </a:spcAft>
              <a:buClr>
                <a:schemeClr val="lt1"/>
              </a:buClr>
              <a:buSzPts val="3600"/>
              <a:buFont typeface="Inter"/>
              <a:buNone/>
              <a:defRPr sz="3600">
                <a:latin typeface="Inter"/>
                <a:ea typeface="Inter"/>
                <a:cs typeface="Inter"/>
                <a:sym typeface="Inter"/>
              </a:defRPr>
            </a:lvl8pPr>
            <a:lvl9pPr lvl="8">
              <a:lnSpc>
                <a:spcPct val="90000"/>
              </a:lnSpc>
              <a:spcBef>
                <a:spcPts val="0"/>
              </a:spcBef>
              <a:spcAft>
                <a:spcPts val="0"/>
              </a:spcAft>
              <a:buClr>
                <a:schemeClr val="lt1"/>
              </a:buClr>
              <a:buSzPts val="3600"/>
              <a:buFont typeface="Inter"/>
              <a:buNone/>
              <a:defRPr sz="3600">
                <a:latin typeface="Inter"/>
                <a:ea typeface="Inter"/>
                <a:cs typeface="Inter"/>
                <a:sym typeface="Inter"/>
              </a:defRPr>
            </a:lvl9pPr>
          </a:lstStyle>
          <a:p/>
        </p:txBody>
      </p:sp>
      <p:sp>
        <p:nvSpPr>
          <p:cNvPr id="163" name="Google Shape;163;p19"/>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10">
  <p:cSld name="BLANK_1_1_1_1_1_1_1_1_1_1_1_1_1_2_1_3">
    <p:bg>
      <p:bgPr>
        <a:solidFill>
          <a:schemeClr val="accent3"/>
        </a:solidFill>
      </p:bgPr>
    </p:bg>
    <p:spTree>
      <p:nvGrpSpPr>
        <p:cNvPr id="164" name="Shape 164"/>
        <p:cNvGrpSpPr/>
        <p:nvPr/>
      </p:nvGrpSpPr>
      <p:grpSpPr>
        <a:xfrm>
          <a:off x="0" y="0"/>
          <a:ext cx="0" cy="0"/>
          <a:chOff x="0" y="0"/>
          <a:chExt cx="0" cy="0"/>
        </a:xfrm>
      </p:grpSpPr>
      <p:sp>
        <p:nvSpPr>
          <p:cNvPr id="165" name="Google Shape;165;p20"/>
          <p:cNvSpPr txBox="1"/>
          <p:nvPr>
            <p:ph idx="1" type="subTitle"/>
          </p:nvPr>
        </p:nvSpPr>
        <p:spPr>
          <a:xfrm>
            <a:off x="4629000" y="285900"/>
            <a:ext cx="4228200" cy="357600"/>
          </a:xfrm>
          <a:prstGeom prst="rect">
            <a:avLst/>
          </a:prstGeom>
        </p:spPr>
        <p:txBody>
          <a:bodyPr anchorCtr="0" anchor="t" bIns="0" lIns="182875" spcFirstLastPara="1" rIns="0" wrap="square" tIns="182875">
            <a:noAutofit/>
          </a:bodyPr>
          <a:lstStyle>
            <a:lvl1pPr lvl="0">
              <a:lnSpc>
                <a:spcPct val="70000"/>
              </a:lnSpc>
              <a:spcBef>
                <a:spcPts val="0"/>
              </a:spcBef>
              <a:spcAft>
                <a:spcPts val="0"/>
              </a:spcAft>
              <a:buNone/>
              <a:defRPr>
                <a:solidFill>
                  <a:schemeClr val="dk1"/>
                </a:solidFill>
              </a:defRPr>
            </a:lvl1pPr>
            <a:lvl2pPr lvl="1">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2pPr>
            <a:lvl3pPr lvl="2">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3pPr>
            <a:lvl4pPr lvl="3">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4pPr>
            <a:lvl5pPr lvl="4">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5pPr>
            <a:lvl6pPr lvl="5">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6pPr>
            <a:lvl7pPr lvl="6">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7pPr>
            <a:lvl8pPr lvl="7">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8pPr>
            <a:lvl9pPr lvl="8">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9pPr>
          </a:lstStyle>
          <a:p/>
        </p:txBody>
      </p:sp>
      <p:sp>
        <p:nvSpPr>
          <p:cNvPr id="166" name="Google Shape;166;p20"/>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67" name="Google Shape;167;p20"/>
          <p:cNvSpPr txBox="1"/>
          <p:nvPr>
            <p:ph type="title"/>
          </p:nvPr>
        </p:nvSpPr>
        <p:spPr>
          <a:xfrm>
            <a:off x="283850" y="285900"/>
            <a:ext cx="27648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168" name="Google Shape;168;p20"/>
          <p:cNvSpPr txBox="1"/>
          <p:nvPr>
            <p:ph idx="2" type="body"/>
          </p:nvPr>
        </p:nvSpPr>
        <p:spPr>
          <a:xfrm>
            <a:off x="4629450" y="786100"/>
            <a:ext cx="2172600" cy="804300"/>
          </a:xfrm>
          <a:prstGeom prst="rect">
            <a:avLst/>
          </a:prstGeom>
        </p:spPr>
        <p:txBody>
          <a:bodyPr anchorCtr="0" anchor="t" bIns="0" lIns="182875" spcFirstLastPara="1" rIns="182875"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69" name="Google Shape;169;p20"/>
          <p:cNvSpPr txBox="1"/>
          <p:nvPr>
            <p:ph idx="3"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70" name="Google Shape;170;p20"/>
          <p:cNvSpPr txBox="1"/>
          <p:nvPr>
            <p:ph idx="4"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71" name="Google Shape;171;p20"/>
          <p:cNvSpPr txBox="1"/>
          <p:nvPr>
            <p:ph idx="5" type="subTitle"/>
          </p:nvPr>
        </p:nvSpPr>
        <p:spPr>
          <a:xfrm>
            <a:off x="4629000" y="1751850"/>
            <a:ext cx="4228200" cy="357600"/>
          </a:xfrm>
          <a:prstGeom prst="rect">
            <a:avLst/>
          </a:prstGeom>
        </p:spPr>
        <p:txBody>
          <a:bodyPr anchorCtr="0" anchor="t" bIns="0" lIns="182875" spcFirstLastPara="1" rIns="0" wrap="square" tIns="182875">
            <a:noAutofit/>
          </a:bodyPr>
          <a:lstStyle>
            <a:lvl1pPr lvl="0">
              <a:lnSpc>
                <a:spcPct val="70000"/>
              </a:lnSpc>
              <a:spcBef>
                <a:spcPts val="0"/>
              </a:spcBef>
              <a:spcAft>
                <a:spcPts val="0"/>
              </a:spcAft>
              <a:buNone/>
              <a:defRPr>
                <a:solidFill>
                  <a:schemeClr val="dk1"/>
                </a:solidFill>
              </a:defRPr>
            </a:lvl1pPr>
            <a:lvl2pPr lvl="1">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2pPr>
            <a:lvl3pPr lvl="2">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3pPr>
            <a:lvl4pPr lvl="3">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4pPr>
            <a:lvl5pPr lvl="4">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5pPr>
            <a:lvl6pPr lvl="5">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6pPr>
            <a:lvl7pPr lvl="6">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7pPr>
            <a:lvl8pPr lvl="7">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8pPr>
            <a:lvl9pPr lvl="8">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9pPr>
          </a:lstStyle>
          <a:p/>
        </p:txBody>
      </p:sp>
      <p:sp>
        <p:nvSpPr>
          <p:cNvPr id="172" name="Google Shape;172;p20"/>
          <p:cNvSpPr txBox="1"/>
          <p:nvPr>
            <p:ph idx="6" type="body"/>
          </p:nvPr>
        </p:nvSpPr>
        <p:spPr>
          <a:xfrm>
            <a:off x="4629450" y="2252055"/>
            <a:ext cx="2172600" cy="804300"/>
          </a:xfrm>
          <a:prstGeom prst="rect">
            <a:avLst/>
          </a:prstGeom>
        </p:spPr>
        <p:txBody>
          <a:bodyPr anchorCtr="0" anchor="t" bIns="0" lIns="182875" spcFirstLastPara="1" rIns="182875"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73" name="Google Shape;173;p20"/>
          <p:cNvSpPr txBox="1"/>
          <p:nvPr>
            <p:ph idx="7" type="subTitle"/>
          </p:nvPr>
        </p:nvSpPr>
        <p:spPr>
          <a:xfrm>
            <a:off x="4629000" y="3217788"/>
            <a:ext cx="4228200" cy="357600"/>
          </a:xfrm>
          <a:prstGeom prst="rect">
            <a:avLst/>
          </a:prstGeom>
        </p:spPr>
        <p:txBody>
          <a:bodyPr anchorCtr="0" anchor="t" bIns="0" lIns="182875" spcFirstLastPara="1" rIns="0" wrap="square" tIns="182875">
            <a:noAutofit/>
          </a:bodyPr>
          <a:lstStyle>
            <a:lvl1pPr lvl="0">
              <a:lnSpc>
                <a:spcPct val="70000"/>
              </a:lnSpc>
              <a:spcBef>
                <a:spcPts val="0"/>
              </a:spcBef>
              <a:spcAft>
                <a:spcPts val="0"/>
              </a:spcAft>
              <a:buNone/>
              <a:defRPr>
                <a:solidFill>
                  <a:schemeClr val="dk1"/>
                </a:solidFill>
              </a:defRPr>
            </a:lvl1pPr>
            <a:lvl2pPr lvl="1">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2pPr>
            <a:lvl3pPr lvl="2">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3pPr>
            <a:lvl4pPr lvl="3">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4pPr>
            <a:lvl5pPr lvl="4">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5pPr>
            <a:lvl6pPr lvl="5">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6pPr>
            <a:lvl7pPr lvl="6">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7pPr>
            <a:lvl8pPr lvl="7">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8pPr>
            <a:lvl9pPr lvl="8">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9pPr>
          </a:lstStyle>
          <a:p/>
        </p:txBody>
      </p:sp>
      <p:sp>
        <p:nvSpPr>
          <p:cNvPr id="174" name="Google Shape;174;p20"/>
          <p:cNvSpPr txBox="1"/>
          <p:nvPr>
            <p:ph idx="8" type="body"/>
          </p:nvPr>
        </p:nvSpPr>
        <p:spPr>
          <a:xfrm>
            <a:off x="4629450" y="3717997"/>
            <a:ext cx="2172600" cy="804300"/>
          </a:xfrm>
          <a:prstGeom prst="rect">
            <a:avLst/>
          </a:prstGeom>
        </p:spPr>
        <p:txBody>
          <a:bodyPr anchorCtr="0" anchor="t" bIns="0" lIns="182875" spcFirstLastPara="1" rIns="182875"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75" name="Google Shape;175;p20"/>
          <p:cNvSpPr txBox="1"/>
          <p:nvPr>
            <p:ph idx="9" type="body"/>
          </p:nvPr>
        </p:nvSpPr>
        <p:spPr>
          <a:xfrm>
            <a:off x="284850" y="3717988"/>
            <a:ext cx="2055300" cy="804300"/>
          </a:xfrm>
          <a:prstGeom prst="rect">
            <a:avLst/>
          </a:prstGeom>
        </p:spPr>
        <p:txBody>
          <a:bodyPr anchorCtr="0" anchor="t" bIns="0" lIns="0" spcFirstLastPara="1" rIns="182875" wrap="square" tIns="0">
            <a:spAutoFit/>
          </a:bodyPr>
          <a:lstStyle>
            <a:lvl1pPr indent="-292100" lvl="0" marL="457200">
              <a:lnSpc>
                <a:spcPct val="100000"/>
              </a:lnSpc>
              <a:spcBef>
                <a:spcPts val="0"/>
              </a:spcBef>
              <a:spcAft>
                <a:spcPts val="0"/>
              </a:spcAft>
              <a:buClr>
                <a:schemeClr val="dk1"/>
              </a:buClr>
              <a:buSzPts val="1000"/>
              <a:buFont typeface="Inter"/>
              <a:buChar char="●"/>
              <a:defRPr sz="1000">
                <a:solidFill>
                  <a:schemeClr val="dk1"/>
                </a:solidFill>
              </a:defRPr>
            </a:lvl1pPr>
            <a:lvl2pPr indent="-292100" lvl="1" marL="914400">
              <a:lnSpc>
                <a:spcPct val="100000"/>
              </a:lnSpc>
              <a:spcBef>
                <a:spcPts val="0"/>
              </a:spcBef>
              <a:spcAft>
                <a:spcPts val="0"/>
              </a:spcAft>
              <a:buClr>
                <a:schemeClr val="dk1"/>
              </a:buClr>
              <a:buSzPts val="1000"/>
              <a:buFont typeface="Inter"/>
              <a:buChar char="○"/>
              <a:defRPr sz="1000">
                <a:solidFill>
                  <a:schemeClr val="dk1"/>
                </a:solidFill>
              </a:defRPr>
            </a:lvl2pPr>
            <a:lvl3pPr indent="-292100" lvl="2" marL="1371600">
              <a:lnSpc>
                <a:spcPct val="100000"/>
              </a:lnSpc>
              <a:spcBef>
                <a:spcPts val="0"/>
              </a:spcBef>
              <a:spcAft>
                <a:spcPts val="0"/>
              </a:spcAft>
              <a:buClr>
                <a:schemeClr val="dk1"/>
              </a:buClr>
              <a:buSzPts val="1000"/>
              <a:buFont typeface="Inter"/>
              <a:buChar char="■"/>
              <a:defRPr sz="1000">
                <a:solidFill>
                  <a:schemeClr val="dk1"/>
                </a:solidFill>
              </a:defRPr>
            </a:lvl3pPr>
            <a:lvl4pPr indent="-292100" lvl="3" marL="1828800">
              <a:lnSpc>
                <a:spcPct val="100000"/>
              </a:lnSpc>
              <a:spcBef>
                <a:spcPts val="0"/>
              </a:spcBef>
              <a:spcAft>
                <a:spcPts val="0"/>
              </a:spcAft>
              <a:buClr>
                <a:schemeClr val="dk1"/>
              </a:buClr>
              <a:buSzPts val="1000"/>
              <a:buFont typeface="Inter"/>
              <a:buChar char="●"/>
              <a:defRPr sz="1000">
                <a:solidFill>
                  <a:schemeClr val="dk1"/>
                </a:solidFill>
              </a:defRPr>
            </a:lvl4pPr>
            <a:lvl5pPr indent="-292100" lvl="4" marL="2286000">
              <a:lnSpc>
                <a:spcPct val="100000"/>
              </a:lnSpc>
              <a:spcBef>
                <a:spcPts val="0"/>
              </a:spcBef>
              <a:spcAft>
                <a:spcPts val="0"/>
              </a:spcAft>
              <a:buClr>
                <a:schemeClr val="dk1"/>
              </a:buClr>
              <a:buSzPts val="1000"/>
              <a:buFont typeface="Inter"/>
              <a:buChar char="○"/>
              <a:defRPr sz="1000">
                <a:solidFill>
                  <a:schemeClr val="dk1"/>
                </a:solidFill>
              </a:defRPr>
            </a:lvl5pPr>
            <a:lvl6pPr indent="-292100" lvl="5" marL="2743200">
              <a:lnSpc>
                <a:spcPct val="100000"/>
              </a:lnSpc>
              <a:spcBef>
                <a:spcPts val="0"/>
              </a:spcBef>
              <a:spcAft>
                <a:spcPts val="0"/>
              </a:spcAft>
              <a:buClr>
                <a:schemeClr val="dk1"/>
              </a:buClr>
              <a:buSzPts val="1000"/>
              <a:buFont typeface="Inter"/>
              <a:buChar char="■"/>
              <a:defRPr sz="1000">
                <a:solidFill>
                  <a:schemeClr val="dk1"/>
                </a:solidFill>
              </a:defRPr>
            </a:lvl6pPr>
            <a:lvl7pPr indent="-292100" lvl="6" marL="3200400">
              <a:lnSpc>
                <a:spcPct val="100000"/>
              </a:lnSpc>
              <a:spcBef>
                <a:spcPts val="0"/>
              </a:spcBef>
              <a:spcAft>
                <a:spcPts val="0"/>
              </a:spcAft>
              <a:buClr>
                <a:schemeClr val="dk1"/>
              </a:buClr>
              <a:buSzPts val="1000"/>
              <a:buFont typeface="Inter"/>
              <a:buChar char="●"/>
              <a:defRPr sz="1000">
                <a:solidFill>
                  <a:schemeClr val="dk1"/>
                </a:solidFill>
              </a:defRPr>
            </a:lvl7pPr>
            <a:lvl8pPr indent="-292100" lvl="7" marL="3657600">
              <a:lnSpc>
                <a:spcPct val="100000"/>
              </a:lnSpc>
              <a:spcBef>
                <a:spcPts val="0"/>
              </a:spcBef>
              <a:spcAft>
                <a:spcPts val="0"/>
              </a:spcAft>
              <a:buClr>
                <a:schemeClr val="dk1"/>
              </a:buClr>
              <a:buSzPts val="1000"/>
              <a:buFont typeface="Inter"/>
              <a:buChar char="○"/>
              <a:defRPr sz="1000">
                <a:solidFill>
                  <a:schemeClr val="dk1"/>
                </a:solidFill>
              </a:defRPr>
            </a:lvl8pPr>
            <a:lvl9pPr indent="-292100" lvl="8" marL="4114800">
              <a:lnSpc>
                <a:spcPct val="100000"/>
              </a:lnSpc>
              <a:spcBef>
                <a:spcPts val="0"/>
              </a:spcBef>
              <a:spcAft>
                <a:spcPts val="0"/>
              </a:spcAft>
              <a:buClr>
                <a:schemeClr val="dk1"/>
              </a:buClr>
              <a:buSzPts val="1000"/>
              <a:buFont typeface="Inter"/>
              <a:buChar char="■"/>
              <a:defRPr sz="1000">
                <a:solidFill>
                  <a:schemeClr val="dk1"/>
                </a:solidFill>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image grid and description">
  <p:cSld name="CUSTOM">
    <p:bg>
      <p:bgPr>
        <a:solidFill>
          <a:schemeClr val="accent3"/>
        </a:solidFill>
      </p:bgPr>
    </p:bg>
    <p:spTree>
      <p:nvGrpSpPr>
        <p:cNvPr id="176" name="Shape 176"/>
        <p:cNvGrpSpPr/>
        <p:nvPr/>
      </p:nvGrpSpPr>
      <p:grpSpPr>
        <a:xfrm>
          <a:off x="0" y="0"/>
          <a:ext cx="0" cy="0"/>
          <a:chOff x="0" y="0"/>
          <a:chExt cx="0" cy="0"/>
        </a:xfrm>
      </p:grpSpPr>
      <p:sp>
        <p:nvSpPr>
          <p:cNvPr id="177" name="Google Shape;177;p21"/>
          <p:cNvSpPr/>
          <p:nvPr>
            <p:ph idx="2" type="pic"/>
          </p:nvPr>
        </p:nvSpPr>
        <p:spPr>
          <a:xfrm>
            <a:off x="4629750" y="286075"/>
            <a:ext cx="1257900" cy="1261500"/>
          </a:xfrm>
          <a:prstGeom prst="rect">
            <a:avLst/>
          </a:prstGeom>
          <a:noFill/>
          <a:ln>
            <a:noFill/>
          </a:ln>
        </p:spPr>
      </p:sp>
      <p:sp>
        <p:nvSpPr>
          <p:cNvPr id="178" name="Google Shape;178;p21"/>
          <p:cNvSpPr/>
          <p:nvPr>
            <p:ph idx="3" type="pic"/>
          </p:nvPr>
        </p:nvSpPr>
        <p:spPr>
          <a:xfrm>
            <a:off x="6111800" y="286075"/>
            <a:ext cx="1257900" cy="1261500"/>
          </a:xfrm>
          <a:prstGeom prst="rect">
            <a:avLst/>
          </a:prstGeom>
          <a:noFill/>
          <a:ln>
            <a:noFill/>
          </a:ln>
        </p:spPr>
      </p:sp>
      <p:sp>
        <p:nvSpPr>
          <p:cNvPr id="179" name="Google Shape;179;p21"/>
          <p:cNvSpPr/>
          <p:nvPr>
            <p:ph idx="4" type="pic"/>
          </p:nvPr>
        </p:nvSpPr>
        <p:spPr>
          <a:xfrm>
            <a:off x="7593850" y="286075"/>
            <a:ext cx="1257900" cy="1261500"/>
          </a:xfrm>
          <a:prstGeom prst="rect">
            <a:avLst/>
          </a:prstGeom>
          <a:noFill/>
          <a:ln>
            <a:noFill/>
          </a:ln>
        </p:spPr>
      </p:sp>
      <p:sp>
        <p:nvSpPr>
          <p:cNvPr id="180" name="Google Shape;180;p21"/>
          <p:cNvSpPr/>
          <p:nvPr>
            <p:ph idx="5" type="pic"/>
          </p:nvPr>
        </p:nvSpPr>
        <p:spPr>
          <a:xfrm>
            <a:off x="4629750" y="2634475"/>
            <a:ext cx="1257900" cy="1261500"/>
          </a:xfrm>
          <a:prstGeom prst="rect">
            <a:avLst/>
          </a:prstGeom>
          <a:noFill/>
          <a:ln>
            <a:noFill/>
          </a:ln>
        </p:spPr>
      </p:sp>
      <p:sp>
        <p:nvSpPr>
          <p:cNvPr id="181" name="Google Shape;181;p21"/>
          <p:cNvSpPr/>
          <p:nvPr>
            <p:ph idx="6" type="pic"/>
          </p:nvPr>
        </p:nvSpPr>
        <p:spPr>
          <a:xfrm>
            <a:off x="6111800" y="2634475"/>
            <a:ext cx="1257900" cy="1261500"/>
          </a:xfrm>
          <a:prstGeom prst="rect">
            <a:avLst/>
          </a:prstGeom>
          <a:noFill/>
          <a:ln>
            <a:noFill/>
          </a:ln>
        </p:spPr>
      </p:sp>
      <p:sp>
        <p:nvSpPr>
          <p:cNvPr id="182" name="Google Shape;182;p21"/>
          <p:cNvSpPr/>
          <p:nvPr>
            <p:ph idx="7" type="pic"/>
          </p:nvPr>
        </p:nvSpPr>
        <p:spPr>
          <a:xfrm>
            <a:off x="7593850" y="2634475"/>
            <a:ext cx="1257900" cy="1261500"/>
          </a:xfrm>
          <a:prstGeom prst="rect">
            <a:avLst/>
          </a:prstGeom>
          <a:noFill/>
          <a:ln>
            <a:noFill/>
          </a:ln>
        </p:spPr>
      </p:sp>
      <p:sp>
        <p:nvSpPr>
          <p:cNvPr id="183" name="Google Shape;183;p21"/>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84" name="Google Shape;184;p21"/>
          <p:cNvSpPr txBox="1"/>
          <p:nvPr>
            <p:ph idx="8"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85" name="Google Shape;185;p21"/>
          <p:cNvSpPr txBox="1"/>
          <p:nvPr>
            <p:ph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86" name="Google Shape;186;p21"/>
          <p:cNvSpPr txBox="1"/>
          <p:nvPr>
            <p:ph idx="9"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87" name="Google Shape;187;p21"/>
          <p:cNvSpPr txBox="1"/>
          <p:nvPr>
            <p:ph idx="13" type="title"/>
          </p:nvPr>
        </p:nvSpPr>
        <p:spPr>
          <a:xfrm>
            <a:off x="283850" y="474875"/>
            <a:ext cx="2773200" cy="1743600"/>
          </a:xfrm>
          <a:prstGeom prst="rect">
            <a:avLst/>
          </a:prstGeom>
        </p:spPr>
        <p:txBody>
          <a:bodyPr anchorCtr="0" anchor="t" bIns="0" lIns="0" spcFirstLastPara="1" rIns="0" wrap="square" tIns="0">
            <a:noAutofit/>
          </a:bodyPr>
          <a:lstStyle>
            <a:lvl1pPr lvl="0">
              <a:lnSpc>
                <a:spcPct val="85000"/>
              </a:lnSpc>
              <a:spcBef>
                <a:spcPts val="0"/>
              </a:spcBef>
              <a:spcAft>
                <a:spcPts val="0"/>
              </a:spcAft>
              <a:buNone/>
              <a:defRPr>
                <a:solidFill>
                  <a:schemeClr val="dk1"/>
                </a:solidFill>
              </a:defRPr>
            </a:lvl1pPr>
            <a:lvl2pPr lvl="1">
              <a:lnSpc>
                <a:spcPct val="85000"/>
              </a:lnSpc>
              <a:spcBef>
                <a:spcPts val="0"/>
              </a:spcBef>
              <a:spcAft>
                <a:spcPts val="0"/>
              </a:spcAft>
              <a:buNone/>
              <a:defRPr>
                <a:solidFill>
                  <a:schemeClr val="dk1"/>
                </a:solidFill>
              </a:defRPr>
            </a:lvl2pPr>
            <a:lvl3pPr lvl="2">
              <a:lnSpc>
                <a:spcPct val="85000"/>
              </a:lnSpc>
              <a:spcBef>
                <a:spcPts val="0"/>
              </a:spcBef>
              <a:spcAft>
                <a:spcPts val="0"/>
              </a:spcAft>
              <a:buNone/>
              <a:defRPr>
                <a:solidFill>
                  <a:schemeClr val="dk1"/>
                </a:solidFill>
              </a:defRPr>
            </a:lvl3pPr>
            <a:lvl4pPr lvl="3">
              <a:lnSpc>
                <a:spcPct val="85000"/>
              </a:lnSpc>
              <a:spcBef>
                <a:spcPts val="0"/>
              </a:spcBef>
              <a:spcAft>
                <a:spcPts val="0"/>
              </a:spcAft>
              <a:buNone/>
              <a:defRPr>
                <a:solidFill>
                  <a:schemeClr val="dk1"/>
                </a:solidFill>
              </a:defRPr>
            </a:lvl4pPr>
            <a:lvl5pPr lvl="4">
              <a:lnSpc>
                <a:spcPct val="85000"/>
              </a:lnSpc>
              <a:spcBef>
                <a:spcPts val="0"/>
              </a:spcBef>
              <a:spcAft>
                <a:spcPts val="0"/>
              </a:spcAft>
              <a:buNone/>
              <a:defRPr>
                <a:solidFill>
                  <a:schemeClr val="dk1"/>
                </a:solidFill>
              </a:defRPr>
            </a:lvl5pPr>
            <a:lvl6pPr lvl="5">
              <a:lnSpc>
                <a:spcPct val="85000"/>
              </a:lnSpc>
              <a:spcBef>
                <a:spcPts val="0"/>
              </a:spcBef>
              <a:spcAft>
                <a:spcPts val="0"/>
              </a:spcAft>
              <a:buNone/>
              <a:defRPr>
                <a:solidFill>
                  <a:schemeClr val="dk1"/>
                </a:solidFill>
              </a:defRPr>
            </a:lvl6pPr>
            <a:lvl7pPr lvl="6">
              <a:lnSpc>
                <a:spcPct val="85000"/>
              </a:lnSpc>
              <a:spcBef>
                <a:spcPts val="0"/>
              </a:spcBef>
              <a:spcAft>
                <a:spcPts val="0"/>
              </a:spcAft>
              <a:buNone/>
              <a:defRPr>
                <a:solidFill>
                  <a:schemeClr val="dk1"/>
                </a:solidFill>
              </a:defRPr>
            </a:lvl7pPr>
            <a:lvl8pPr lvl="7">
              <a:lnSpc>
                <a:spcPct val="85000"/>
              </a:lnSpc>
              <a:spcBef>
                <a:spcPts val="0"/>
              </a:spcBef>
              <a:spcAft>
                <a:spcPts val="0"/>
              </a:spcAft>
              <a:buNone/>
              <a:defRPr>
                <a:solidFill>
                  <a:schemeClr val="dk1"/>
                </a:solidFill>
              </a:defRPr>
            </a:lvl8pPr>
            <a:lvl9pPr lvl="8">
              <a:lnSpc>
                <a:spcPct val="85000"/>
              </a:lnSpc>
              <a:spcBef>
                <a:spcPts val="0"/>
              </a:spcBef>
              <a:spcAft>
                <a:spcPts val="0"/>
              </a:spcAft>
              <a:buNone/>
              <a:defRPr>
                <a:solidFill>
                  <a:schemeClr val="dk1"/>
                </a:solidFill>
              </a:defRPr>
            </a:lvl9pPr>
          </a:lstStyle>
          <a:p/>
        </p:txBody>
      </p:sp>
      <p:sp>
        <p:nvSpPr>
          <p:cNvPr id="188" name="Google Shape;188;p21"/>
          <p:cNvSpPr txBox="1"/>
          <p:nvPr>
            <p:ph idx="14" type="title"/>
          </p:nvPr>
        </p:nvSpPr>
        <p:spPr>
          <a:xfrm>
            <a:off x="4629750" y="1649525"/>
            <a:ext cx="1257900" cy="686400"/>
          </a:xfrm>
          <a:prstGeom prst="rect">
            <a:avLst/>
          </a:prstGeom>
        </p:spPr>
        <p:txBody>
          <a:bodyPr anchorCtr="0" anchor="t" bIns="0" lIns="0" spcFirstLastPara="1" rIns="0" wrap="square" tIns="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189" name="Google Shape;189;p21"/>
          <p:cNvSpPr txBox="1"/>
          <p:nvPr>
            <p:ph idx="15" type="title"/>
          </p:nvPr>
        </p:nvSpPr>
        <p:spPr>
          <a:xfrm>
            <a:off x="6111800" y="1649525"/>
            <a:ext cx="1257900" cy="686400"/>
          </a:xfrm>
          <a:prstGeom prst="rect">
            <a:avLst/>
          </a:prstGeom>
        </p:spPr>
        <p:txBody>
          <a:bodyPr anchorCtr="0" anchor="t" bIns="0" lIns="0" spcFirstLastPara="1" rIns="0" wrap="square" tIns="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190" name="Google Shape;190;p21"/>
          <p:cNvSpPr txBox="1"/>
          <p:nvPr>
            <p:ph idx="16" type="title"/>
          </p:nvPr>
        </p:nvSpPr>
        <p:spPr>
          <a:xfrm>
            <a:off x="7593850" y="1649525"/>
            <a:ext cx="1257900" cy="686400"/>
          </a:xfrm>
          <a:prstGeom prst="rect">
            <a:avLst/>
          </a:prstGeom>
        </p:spPr>
        <p:txBody>
          <a:bodyPr anchorCtr="0" anchor="t" bIns="0" lIns="0" spcFirstLastPara="1" rIns="0" wrap="square" tIns="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191" name="Google Shape;191;p21"/>
          <p:cNvSpPr txBox="1"/>
          <p:nvPr>
            <p:ph idx="17" type="title"/>
          </p:nvPr>
        </p:nvSpPr>
        <p:spPr>
          <a:xfrm>
            <a:off x="4629750" y="3995850"/>
            <a:ext cx="1257900" cy="686400"/>
          </a:xfrm>
          <a:prstGeom prst="rect">
            <a:avLst/>
          </a:prstGeom>
        </p:spPr>
        <p:txBody>
          <a:bodyPr anchorCtr="0" anchor="t" bIns="0" lIns="0" spcFirstLastPara="1" rIns="0" wrap="square" tIns="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192" name="Google Shape;192;p21"/>
          <p:cNvSpPr txBox="1"/>
          <p:nvPr>
            <p:ph idx="18" type="title"/>
          </p:nvPr>
        </p:nvSpPr>
        <p:spPr>
          <a:xfrm>
            <a:off x="6111800" y="3995850"/>
            <a:ext cx="1257900" cy="686400"/>
          </a:xfrm>
          <a:prstGeom prst="rect">
            <a:avLst/>
          </a:prstGeom>
        </p:spPr>
        <p:txBody>
          <a:bodyPr anchorCtr="0" anchor="t" bIns="0" lIns="0" spcFirstLastPara="1" rIns="0" wrap="square" tIns="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193" name="Google Shape;193;p21"/>
          <p:cNvSpPr txBox="1"/>
          <p:nvPr>
            <p:ph idx="19" type="title"/>
          </p:nvPr>
        </p:nvSpPr>
        <p:spPr>
          <a:xfrm>
            <a:off x="7593850" y="3995850"/>
            <a:ext cx="1257900" cy="686400"/>
          </a:xfrm>
          <a:prstGeom prst="rect">
            <a:avLst/>
          </a:prstGeom>
        </p:spPr>
        <p:txBody>
          <a:bodyPr anchorCtr="0" anchor="t" bIns="0" lIns="0" spcFirstLastPara="1" rIns="0" wrap="square" tIns="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image grid and description - Alt 1">
  <p:cSld name="CUSTOM_3">
    <p:bg>
      <p:bgPr>
        <a:solidFill>
          <a:schemeClr val="accent1"/>
        </a:solidFill>
      </p:bgPr>
    </p:bg>
    <p:spTree>
      <p:nvGrpSpPr>
        <p:cNvPr id="194" name="Shape 194"/>
        <p:cNvGrpSpPr/>
        <p:nvPr/>
      </p:nvGrpSpPr>
      <p:grpSpPr>
        <a:xfrm>
          <a:off x="0" y="0"/>
          <a:ext cx="0" cy="0"/>
          <a:chOff x="0" y="0"/>
          <a:chExt cx="0" cy="0"/>
        </a:xfrm>
      </p:grpSpPr>
      <p:sp>
        <p:nvSpPr>
          <p:cNvPr id="195" name="Google Shape;195;p22"/>
          <p:cNvSpPr/>
          <p:nvPr>
            <p:ph idx="2" type="pic"/>
          </p:nvPr>
        </p:nvSpPr>
        <p:spPr>
          <a:xfrm>
            <a:off x="2456700" y="373175"/>
            <a:ext cx="1515000" cy="1616700"/>
          </a:xfrm>
          <a:prstGeom prst="rect">
            <a:avLst/>
          </a:prstGeom>
          <a:noFill/>
          <a:ln>
            <a:noFill/>
          </a:ln>
        </p:spPr>
      </p:sp>
      <p:sp>
        <p:nvSpPr>
          <p:cNvPr id="196" name="Google Shape;196;p22"/>
          <p:cNvSpPr txBox="1"/>
          <p:nvPr>
            <p:ph type="title"/>
          </p:nvPr>
        </p:nvSpPr>
        <p:spPr>
          <a:xfrm>
            <a:off x="2635350" y="2172975"/>
            <a:ext cx="1188600" cy="1524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100"/>
              <a:buNone/>
              <a:defRPr sz="1000"/>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197" name="Google Shape;197;p22"/>
          <p:cNvSpPr txBox="1"/>
          <p:nvPr>
            <p:ph idx="1" type="body"/>
          </p:nvPr>
        </p:nvSpPr>
        <p:spPr>
          <a:xfrm>
            <a:off x="2635350" y="2832368"/>
            <a:ext cx="1161900" cy="16707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lt1"/>
              </a:buClr>
              <a:buSzPts val="800"/>
              <a:buFont typeface="Inter"/>
              <a:buChar char="●"/>
              <a:defRPr sz="800"/>
            </a:lvl1pPr>
            <a:lvl2pPr indent="-279400" lvl="1" marL="914400">
              <a:lnSpc>
                <a:spcPct val="115000"/>
              </a:lnSpc>
              <a:spcBef>
                <a:spcPts val="0"/>
              </a:spcBef>
              <a:spcAft>
                <a:spcPts val="0"/>
              </a:spcAft>
              <a:buClr>
                <a:schemeClr val="lt1"/>
              </a:buClr>
              <a:buSzPts val="800"/>
              <a:buFont typeface="Inter"/>
              <a:buChar char="○"/>
              <a:defRPr sz="800"/>
            </a:lvl2pPr>
            <a:lvl3pPr indent="-279400" lvl="2" marL="1371600">
              <a:lnSpc>
                <a:spcPct val="115000"/>
              </a:lnSpc>
              <a:spcBef>
                <a:spcPts val="0"/>
              </a:spcBef>
              <a:spcAft>
                <a:spcPts val="0"/>
              </a:spcAft>
              <a:buClr>
                <a:schemeClr val="lt1"/>
              </a:buClr>
              <a:buSzPts val="800"/>
              <a:buFont typeface="Inter"/>
              <a:buChar char="■"/>
              <a:defRPr sz="800"/>
            </a:lvl3pPr>
            <a:lvl4pPr indent="-279400" lvl="3" marL="1828800">
              <a:lnSpc>
                <a:spcPct val="115000"/>
              </a:lnSpc>
              <a:spcBef>
                <a:spcPts val="0"/>
              </a:spcBef>
              <a:spcAft>
                <a:spcPts val="0"/>
              </a:spcAft>
              <a:buClr>
                <a:schemeClr val="lt1"/>
              </a:buClr>
              <a:buSzPts val="800"/>
              <a:buFont typeface="Inter"/>
              <a:buChar char="●"/>
              <a:defRPr sz="800"/>
            </a:lvl4pPr>
            <a:lvl5pPr indent="-279400" lvl="4" marL="2286000">
              <a:lnSpc>
                <a:spcPct val="115000"/>
              </a:lnSpc>
              <a:spcBef>
                <a:spcPts val="0"/>
              </a:spcBef>
              <a:spcAft>
                <a:spcPts val="0"/>
              </a:spcAft>
              <a:buClr>
                <a:schemeClr val="lt1"/>
              </a:buClr>
              <a:buSzPts val="800"/>
              <a:buFont typeface="Inter"/>
              <a:buChar char="○"/>
              <a:defRPr sz="800"/>
            </a:lvl5pPr>
            <a:lvl6pPr indent="-279400" lvl="5" marL="2743200">
              <a:lnSpc>
                <a:spcPct val="115000"/>
              </a:lnSpc>
              <a:spcBef>
                <a:spcPts val="0"/>
              </a:spcBef>
              <a:spcAft>
                <a:spcPts val="0"/>
              </a:spcAft>
              <a:buClr>
                <a:schemeClr val="lt1"/>
              </a:buClr>
              <a:buSzPts val="800"/>
              <a:buFont typeface="Inter"/>
              <a:buChar char="■"/>
              <a:defRPr sz="800"/>
            </a:lvl6pPr>
            <a:lvl7pPr indent="-279400" lvl="6" marL="3200400">
              <a:lnSpc>
                <a:spcPct val="115000"/>
              </a:lnSpc>
              <a:spcBef>
                <a:spcPts val="0"/>
              </a:spcBef>
              <a:spcAft>
                <a:spcPts val="0"/>
              </a:spcAft>
              <a:buClr>
                <a:schemeClr val="lt1"/>
              </a:buClr>
              <a:buSzPts val="800"/>
              <a:buFont typeface="Inter"/>
              <a:buChar char="●"/>
              <a:defRPr sz="800"/>
            </a:lvl7pPr>
            <a:lvl8pPr indent="-279400" lvl="7" marL="3657600">
              <a:lnSpc>
                <a:spcPct val="115000"/>
              </a:lnSpc>
              <a:spcBef>
                <a:spcPts val="0"/>
              </a:spcBef>
              <a:spcAft>
                <a:spcPts val="0"/>
              </a:spcAft>
              <a:buClr>
                <a:schemeClr val="lt1"/>
              </a:buClr>
              <a:buSzPts val="800"/>
              <a:buFont typeface="Inter"/>
              <a:buChar char="○"/>
              <a:defRPr sz="800"/>
            </a:lvl8pPr>
            <a:lvl9pPr indent="-279400" lvl="8" marL="4114800">
              <a:lnSpc>
                <a:spcPct val="115000"/>
              </a:lnSpc>
              <a:spcBef>
                <a:spcPts val="0"/>
              </a:spcBef>
              <a:spcAft>
                <a:spcPts val="0"/>
              </a:spcAft>
              <a:buClr>
                <a:schemeClr val="lt1"/>
              </a:buClr>
              <a:buSzPts val="800"/>
              <a:buFont typeface="Inter"/>
              <a:buChar char="■"/>
              <a:defRPr sz="800"/>
            </a:lvl9pPr>
          </a:lstStyle>
          <a:p/>
        </p:txBody>
      </p:sp>
      <p:sp>
        <p:nvSpPr>
          <p:cNvPr id="198" name="Google Shape;198;p22"/>
          <p:cNvSpPr txBox="1"/>
          <p:nvPr>
            <p:ph idx="3" type="title"/>
          </p:nvPr>
        </p:nvSpPr>
        <p:spPr>
          <a:xfrm>
            <a:off x="2635350" y="2325375"/>
            <a:ext cx="1188600" cy="2781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800"/>
              <a:buNone/>
              <a:defRPr sz="800"/>
            </a:lvl2pPr>
            <a:lvl3pPr lvl="2">
              <a:lnSpc>
                <a:spcPct val="110000"/>
              </a:lnSpc>
              <a:spcBef>
                <a:spcPts val="0"/>
              </a:spcBef>
              <a:spcAft>
                <a:spcPts val="0"/>
              </a:spcAft>
              <a:buSzPts val="800"/>
              <a:buNone/>
              <a:defRPr sz="800"/>
            </a:lvl3pPr>
            <a:lvl4pPr lvl="3">
              <a:lnSpc>
                <a:spcPct val="110000"/>
              </a:lnSpc>
              <a:spcBef>
                <a:spcPts val="0"/>
              </a:spcBef>
              <a:spcAft>
                <a:spcPts val="0"/>
              </a:spcAft>
              <a:buSzPts val="800"/>
              <a:buNone/>
              <a:defRPr sz="800"/>
            </a:lvl4pPr>
            <a:lvl5pPr lvl="4">
              <a:lnSpc>
                <a:spcPct val="110000"/>
              </a:lnSpc>
              <a:spcBef>
                <a:spcPts val="0"/>
              </a:spcBef>
              <a:spcAft>
                <a:spcPts val="0"/>
              </a:spcAft>
              <a:buSzPts val="800"/>
              <a:buNone/>
              <a:defRPr sz="800"/>
            </a:lvl5pPr>
            <a:lvl6pPr lvl="5">
              <a:lnSpc>
                <a:spcPct val="110000"/>
              </a:lnSpc>
              <a:spcBef>
                <a:spcPts val="0"/>
              </a:spcBef>
              <a:spcAft>
                <a:spcPts val="0"/>
              </a:spcAft>
              <a:buSzPts val="800"/>
              <a:buNone/>
              <a:defRPr sz="800"/>
            </a:lvl6pPr>
            <a:lvl7pPr lvl="6">
              <a:lnSpc>
                <a:spcPct val="110000"/>
              </a:lnSpc>
              <a:spcBef>
                <a:spcPts val="0"/>
              </a:spcBef>
              <a:spcAft>
                <a:spcPts val="0"/>
              </a:spcAft>
              <a:buSzPts val="800"/>
              <a:buNone/>
              <a:defRPr sz="800"/>
            </a:lvl7pPr>
            <a:lvl8pPr lvl="7">
              <a:lnSpc>
                <a:spcPct val="110000"/>
              </a:lnSpc>
              <a:spcBef>
                <a:spcPts val="0"/>
              </a:spcBef>
              <a:spcAft>
                <a:spcPts val="0"/>
              </a:spcAft>
              <a:buSzPts val="800"/>
              <a:buNone/>
              <a:defRPr sz="800"/>
            </a:lvl8pPr>
            <a:lvl9pPr lvl="8">
              <a:lnSpc>
                <a:spcPct val="110000"/>
              </a:lnSpc>
              <a:spcBef>
                <a:spcPts val="0"/>
              </a:spcBef>
              <a:spcAft>
                <a:spcPts val="0"/>
              </a:spcAft>
              <a:buSzPts val="800"/>
              <a:buNone/>
              <a:defRPr sz="800"/>
            </a:lvl9pPr>
          </a:lstStyle>
          <a:p/>
        </p:txBody>
      </p:sp>
      <p:sp>
        <p:nvSpPr>
          <p:cNvPr id="199" name="Google Shape;199;p22"/>
          <p:cNvSpPr/>
          <p:nvPr>
            <p:ph idx="4" type="pic"/>
          </p:nvPr>
        </p:nvSpPr>
        <p:spPr>
          <a:xfrm>
            <a:off x="4084738" y="373175"/>
            <a:ext cx="1515000" cy="1616700"/>
          </a:xfrm>
          <a:prstGeom prst="rect">
            <a:avLst/>
          </a:prstGeom>
          <a:noFill/>
          <a:ln>
            <a:noFill/>
          </a:ln>
        </p:spPr>
      </p:sp>
      <p:sp>
        <p:nvSpPr>
          <p:cNvPr id="200" name="Google Shape;200;p22"/>
          <p:cNvSpPr txBox="1"/>
          <p:nvPr>
            <p:ph idx="5" type="title"/>
          </p:nvPr>
        </p:nvSpPr>
        <p:spPr>
          <a:xfrm>
            <a:off x="4263388" y="2172975"/>
            <a:ext cx="1188600" cy="1524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201" name="Google Shape;201;p22"/>
          <p:cNvSpPr txBox="1"/>
          <p:nvPr>
            <p:ph idx="6" type="body"/>
          </p:nvPr>
        </p:nvSpPr>
        <p:spPr>
          <a:xfrm>
            <a:off x="4263388" y="2832368"/>
            <a:ext cx="1161900" cy="16707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lt1"/>
              </a:buClr>
              <a:buSzPts val="800"/>
              <a:buFont typeface="Inter"/>
              <a:buChar char="●"/>
              <a:defRPr sz="800"/>
            </a:lvl1pPr>
            <a:lvl2pPr indent="-279400" lvl="1" marL="914400">
              <a:lnSpc>
                <a:spcPct val="115000"/>
              </a:lnSpc>
              <a:spcBef>
                <a:spcPts val="0"/>
              </a:spcBef>
              <a:spcAft>
                <a:spcPts val="0"/>
              </a:spcAft>
              <a:buClr>
                <a:schemeClr val="lt1"/>
              </a:buClr>
              <a:buSzPts val="800"/>
              <a:buFont typeface="Inter"/>
              <a:buChar char="○"/>
              <a:defRPr sz="800"/>
            </a:lvl2pPr>
            <a:lvl3pPr indent="-279400" lvl="2" marL="1371600">
              <a:lnSpc>
                <a:spcPct val="115000"/>
              </a:lnSpc>
              <a:spcBef>
                <a:spcPts val="0"/>
              </a:spcBef>
              <a:spcAft>
                <a:spcPts val="0"/>
              </a:spcAft>
              <a:buClr>
                <a:schemeClr val="lt1"/>
              </a:buClr>
              <a:buSzPts val="800"/>
              <a:buFont typeface="Inter"/>
              <a:buChar char="■"/>
              <a:defRPr sz="800"/>
            </a:lvl3pPr>
            <a:lvl4pPr indent="-279400" lvl="3" marL="1828800">
              <a:lnSpc>
                <a:spcPct val="115000"/>
              </a:lnSpc>
              <a:spcBef>
                <a:spcPts val="0"/>
              </a:spcBef>
              <a:spcAft>
                <a:spcPts val="0"/>
              </a:spcAft>
              <a:buClr>
                <a:schemeClr val="lt1"/>
              </a:buClr>
              <a:buSzPts val="800"/>
              <a:buFont typeface="Inter"/>
              <a:buChar char="●"/>
              <a:defRPr sz="800"/>
            </a:lvl4pPr>
            <a:lvl5pPr indent="-279400" lvl="4" marL="2286000">
              <a:lnSpc>
                <a:spcPct val="115000"/>
              </a:lnSpc>
              <a:spcBef>
                <a:spcPts val="0"/>
              </a:spcBef>
              <a:spcAft>
                <a:spcPts val="0"/>
              </a:spcAft>
              <a:buClr>
                <a:schemeClr val="lt1"/>
              </a:buClr>
              <a:buSzPts val="800"/>
              <a:buFont typeface="Inter"/>
              <a:buChar char="○"/>
              <a:defRPr sz="800"/>
            </a:lvl5pPr>
            <a:lvl6pPr indent="-279400" lvl="5" marL="2743200">
              <a:lnSpc>
                <a:spcPct val="115000"/>
              </a:lnSpc>
              <a:spcBef>
                <a:spcPts val="0"/>
              </a:spcBef>
              <a:spcAft>
                <a:spcPts val="0"/>
              </a:spcAft>
              <a:buClr>
                <a:schemeClr val="lt1"/>
              </a:buClr>
              <a:buSzPts val="800"/>
              <a:buFont typeface="Inter"/>
              <a:buChar char="■"/>
              <a:defRPr sz="800"/>
            </a:lvl6pPr>
            <a:lvl7pPr indent="-279400" lvl="6" marL="3200400">
              <a:lnSpc>
                <a:spcPct val="115000"/>
              </a:lnSpc>
              <a:spcBef>
                <a:spcPts val="0"/>
              </a:spcBef>
              <a:spcAft>
                <a:spcPts val="0"/>
              </a:spcAft>
              <a:buClr>
                <a:schemeClr val="lt1"/>
              </a:buClr>
              <a:buSzPts val="800"/>
              <a:buFont typeface="Inter"/>
              <a:buChar char="●"/>
              <a:defRPr sz="800"/>
            </a:lvl7pPr>
            <a:lvl8pPr indent="-279400" lvl="7" marL="3657600">
              <a:lnSpc>
                <a:spcPct val="115000"/>
              </a:lnSpc>
              <a:spcBef>
                <a:spcPts val="0"/>
              </a:spcBef>
              <a:spcAft>
                <a:spcPts val="0"/>
              </a:spcAft>
              <a:buClr>
                <a:schemeClr val="lt1"/>
              </a:buClr>
              <a:buSzPts val="800"/>
              <a:buFont typeface="Inter"/>
              <a:buChar char="○"/>
              <a:defRPr sz="800"/>
            </a:lvl8pPr>
            <a:lvl9pPr indent="-279400" lvl="8" marL="4114800">
              <a:lnSpc>
                <a:spcPct val="115000"/>
              </a:lnSpc>
              <a:spcBef>
                <a:spcPts val="0"/>
              </a:spcBef>
              <a:spcAft>
                <a:spcPts val="0"/>
              </a:spcAft>
              <a:buClr>
                <a:schemeClr val="lt1"/>
              </a:buClr>
              <a:buSzPts val="800"/>
              <a:buFont typeface="Inter"/>
              <a:buChar char="■"/>
              <a:defRPr sz="800"/>
            </a:lvl9pPr>
          </a:lstStyle>
          <a:p/>
        </p:txBody>
      </p:sp>
      <p:sp>
        <p:nvSpPr>
          <p:cNvPr id="202" name="Google Shape;202;p22"/>
          <p:cNvSpPr txBox="1"/>
          <p:nvPr>
            <p:ph idx="7" type="title"/>
          </p:nvPr>
        </p:nvSpPr>
        <p:spPr>
          <a:xfrm>
            <a:off x="4263388" y="2325375"/>
            <a:ext cx="1188600" cy="2781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800"/>
              <a:buNone/>
              <a:defRPr sz="800"/>
            </a:lvl2pPr>
            <a:lvl3pPr lvl="2">
              <a:lnSpc>
                <a:spcPct val="110000"/>
              </a:lnSpc>
              <a:spcBef>
                <a:spcPts val="0"/>
              </a:spcBef>
              <a:spcAft>
                <a:spcPts val="0"/>
              </a:spcAft>
              <a:buSzPts val="800"/>
              <a:buNone/>
              <a:defRPr sz="800"/>
            </a:lvl3pPr>
            <a:lvl4pPr lvl="3">
              <a:lnSpc>
                <a:spcPct val="110000"/>
              </a:lnSpc>
              <a:spcBef>
                <a:spcPts val="0"/>
              </a:spcBef>
              <a:spcAft>
                <a:spcPts val="0"/>
              </a:spcAft>
              <a:buSzPts val="800"/>
              <a:buNone/>
              <a:defRPr sz="800"/>
            </a:lvl4pPr>
            <a:lvl5pPr lvl="4">
              <a:lnSpc>
                <a:spcPct val="110000"/>
              </a:lnSpc>
              <a:spcBef>
                <a:spcPts val="0"/>
              </a:spcBef>
              <a:spcAft>
                <a:spcPts val="0"/>
              </a:spcAft>
              <a:buSzPts val="800"/>
              <a:buNone/>
              <a:defRPr sz="800"/>
            </a:lvl5pPr>
            <a:lvl6pPr lvl="5">
              <a:lnSpc>
                <a:spcPct val="110000"/>
              </a:lnSpc>
              <a:spcBef>
                <a:spcPts val="0"/>
              </a:spcBef>
              <a:spcAft>
                <a:spcPts val="0"/>
              </a:spcAft>
              <a:buSzPts val="800"/>
              <a:buNone/>
              <a:defRPr sz="800"/>
            </a:lvl6pPr>
            <a:lvl7pPr lvl="6">
              <a:lnSpc>
                <a:spcPct val="110000"/>
              </a:lnSpc>
              <a:spcBef>
                <a:spcPts val="0"/>
              </a:spcBef>
              <a:spcAft>
                <a:spcPts val="0"/>
              </a:spcAft>
              <a:buSzPts val="800"/>
              <a:buNone/>
              <a:defRPr sz="800"/>
            </a:lvl7pPr>
            <a:lvl8pPr lvl="7">
              <a:lnSpc>
                <a:spcPct val="110000"/>
              </a:lnSpc>
              <a:spcBef>
                <a:spcPts val="0"/>
              </a:spcBef>
              <a:spcAft>
                <a:spcPts val="0"/>
              </a:spcAft>
              <a:buSzPts val="800"/>
              <a:buNone/>
              <a:defRPr sz="800"/>
            </a:lvl8pPr>
            <a:lvl9pPr lvl="8">
              <a:lnSpc>
                <a:spcPct val="110000"/>
              </a:lnSpc>
              <a:spcBef>
                <a:spcPts val="0"/>
              </a:spcBef>
              <a:spcAft>
                <a:spcPts val="0"/>
              </a:spcAft>
              <a:buSzPts val="800"/>
              <a:buNone/>
              <a:defRPr sz="800"/>
            </a:lvl9pPr>
          </a:lstStyle>
          <a:p/>
        </p:txBody>
      </p:sp>
      <p:sp>
        <p:nvSpPr>
          <p:cNvPr id="203" name="Google Shape;203;p22"/>
          <p:cNvSpPr/>
          <p:nvPr>
            <p:ph idx="8" type="pic"/>
          </p:nvPr>
        </p:nvSpPr>
        <p:spPr>
          <a:xfrm>
            <a:off x="5713225" y="373175"/>
            <a:ext cx="1515000" cy="1616700"/>
          </a:xfrm>
          <a:prstGeom prst="rect">
            <a:avLst/>
          </a:prstGeom>
          <a:noFill/>
          <a:ln>
            <a:noFill/>
          </a:ln>
        </p:spPr>
      </p:sp>
      <p:sp>
        <p:nvSpPr>
          <p:cNvPr id="204" name="Google Shape;204;p22"/>
          <p:cNvSpPr txBox="1"/>
          <p:nvPr>
            <p:ph idx="9" type="title"/>
          </p:nvPr>
        </p:nvSpPr>
        <p:spPr>
          <a:xfrm>
            <a:off x="5891875" y="2172975"/>
            <a:ext cx="1188600" cy="1524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205" name="Google Shape;205;p22"/>
          <p:cNvSpPr txBox="1"/>
          <p:nvPr>
            <p:ph idx="13" type="body"/>
          </p:nvPr>
        </p:nvSpPr>
        <p:spPr>
          <a:xfrm>
            <a:off x="5891875" y="2832368"/>
            <a:ext cx="1161900" cy="16707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lt1"/>
              </a:buClr>
              <a:buSzPts val="800"/>
              <a:buFont typeface="Inter"/>
              <a:buChar char="●"/>
              <a:defRPr sz="800"/>
            </a:lvl1pPr>
            <a:lvl2pPr indent="-279400" lvl="1" marL="914400">
              <a:lnSpc>
                <a:spcPct val="115000"/>
              </a:lnSpc>
              <a:spcBef>
                <a:spcPts val="0"/>
              </a:spcBef>
              <a:spcAft>
                <a:spcPts val="0"/>
              </a:spcAft>
              <a:buClr>
                <a:schemeClr val="lt1"/>
              </a:buClr>
              <a:buSzPts val="800"/>
              <a:buFont typeface="Inter"/>
              <a:buChar char="○"/>
              <a:defRPr sz="800"/>
            </a:lvl2pPr>
            <a:lvl3pPr indent="-279400" lvl="2" marL="1371600">
              <a:lnSpc>
                <a:spcPct val="115000"/>
              </a:lnSpc>
              <a:spcBef>
                <a:spcPts val="0"/>
              </a:spcBef>
              <a:spcAft>
                <a:spcPts val="0"/>
              </a:spcAft>
              <a:buClr>
                <a:schemeClr val="lt1"/>
              </a:buClr>
              <a:buSzPts val="800"/>
              <a:buFont typeface="Inter"/>
              <a:buChar char="■"/>
              <a:defRPr sz="800"/>
            </a:lvl3pPr>
            <a:lvl4pPr indent="-279400" lvl="3" marL="1828800">
              <a:lnSpc>
                <a:spcPct val="115000"/>
              </a:lnSpc>
              <a:spcBef>
                <a:spcPts val="0"/>
              </a:spcBef>
              <a:spcAft>
                <a:spcPts val="0"/>
              </a:spcAft>
              <a:buClr>
                <a:schemeClr val="lt1"/>
              </a:buClr>
              <a:buSzPts val="800"/>
              <a:buFont typeface="Inter"/>
              <a:buChar char="●"/>
              <a:defRPr sz="800"/>
            </a:lvl4pPr>
            <a:lvl5pPr indent="-279400" lvl="4" marL="2286000">
              <a:lnSpc>
                <a:spcPct val="115000"/>
              </a:lnSpc>
              <a:spcBef>
                <a:spcPts val="0"/>
              </a:spcBef>
              <a:spcAft>
                <a:spcPts val="0"/>
              </a:spcAft>
              <a:buClr>
                <a:schemeClr val="lt1"/>
              </a:buClr>
              <a:buSzPts val="800"/>
              <a:buFont typeface="Inter"/>
              <a:buChar char="○"/>
              <a:defRPr sz="800"/>
            </a:lvl5pPr>
            <a:lvl6pPr indent="-279400" lvl="5" marL="2743200">
              <a:lnSpc>
                <a:spcPct val="115000"/>
              </a:lnSpc>
              <a:spcBef>
                <a:spcPts val="0"/>
              </a:spcBef>
              <a:spcAft>
                <a:spcPts val="0"/>
              </a:spcAft>
              <a:buClr>
                <a:schemeClr val="lt1"/>
              </a:buClr>
              <a:buSzPts val="800"/>
              <a:buFont typeface="Inter"/>
              <a:buChar char="■"/>
              <a:defRPr sz="800"/>
            </a:lvl6pPr>
            <a:lvl7pPr indent="-279400" lvl="6" marL="3200400">
              <a:lnSpc>
                <a:spcPct val="115000"/>
              </a:lnSpc>
              <a:spcBef>
                <a:spcPts val="0"/>
              </a:spcBef>
              <a:spcAft>
                <a:spcPts val="0"/>
              </a:spcAft>
              <a:buClr>
                <a:schemeClr val="lt1"/>
              </a:buClr>
              <a:buSzPts val="800"/>
              <a:buFont typeface="Inter"/>
              <a:buChar char="●"/>
              <a:defRPr sz="800"/>
            </a:lvl7pPr>
            <a:lvl8pPr indent="-279400" lvl="7" marL="3657600">
              <a:lnSpc>
                <a:spcPct val="115000"/>
              </a:lnSpc>
              <a:spcBef>
                <a:spcPts val="0"/>
              </a:spcBef>
              <a:spcAft>
                <a:spcPts val="0"/>
              </a:spcAft>
              <a:buClr>
                <a:schemeClr val="lt1"/>
              </a:buClr>
              <a:buSzPts val="800"/>
              <a:buFont typeface="Inter"/>
              <a:buChar char="○"/>
              <a:defRPr sz="800"/>
            </a:lvl8pPr>
            <a:lvl9pPr indent="-279400" lvl="8" marL="4114800">
              <a:lnSpc>
                <a:spcPct val="115000"/>
              </a:lnSpc>
              <a:spcBef>
                <a:spcPts val="0"/>
              </a:spcBef>
              <a:spcAft>
                <a:spcPts val="0"/>
              </a:spcAft>
              <a:buClr>
                <a:schemeClr val="lt1"/>
              </a:buClr>
              <a:buSzPts val="800"/>
              <a:buFont typeface="Inter"/>
              <a:buChar char="■"/>
              <a:defRPr sz="800"/>
            </a:lvl9pPr>
          </a:lstStyle>
          <a:p/>
        </p:txBody>
      </p:sp>
      <p:sp>
        <p:nvSpPr>
          <p:cNvPr id="206" name="Google Shape;206;p22"/>
          <p:cNvSpPr txBox="1"/>
          <p:nvPr>
            <p:ph idx="14" type="title"/>
          </p:nvPr>
        </p:nvSpPr>
        <p:spPr>
          <a:xfrm>
            <a:off x="5891875" y="2325375"/>
            <a:ext cx="1188600" cy="2781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800"/>
              <a:buNone/>
              <a:defRPr sz="800"/>
            </a:lvl2pPr>
            <a:lvl3pPr lvl="2">
              <a:lnSpc>
                <a:spcPct val="110000"/>
              </a:lnSpc>
              <a:spcBef>
                <a:spcPts val="0"/>
              </a:spcBef>
              <a:spcAft>
                <a:spcPts val="0"/>
              </a:spcAft>
              <a:buSzPts val="800"/>
              <a:buNone/>
              <a:defRPr sz="800"/>
            </a:lvl3pPr>
            <a:lvl4pPr lvl="3">
              <a:lnSpc>
                <a:spcPct val="110000"/>
              </a:lnSpc>
              <a:spcBef>
                <a:spcPts val="0"/>
              </a:spcBef>
              <a:spcAft>
                <a:spcPts val="0"/>
              </a:spcAft>
              <a:buSzPts val="800"/>
              <a:buNone/>
              <a:defRPr sz="800"/>
            </a:lvl4pPr>
            <a:lvl5pPr lvl="4">
              <a:lnSpc>
                <a:spcPct val="110000"/>
              </a:lnSpc>
              <a:spcBef>
                <a:spcPts val="0"/>
              </a:spcBef>
              <a:spcAft>
                <a:spcPts val="0"/>
              </a:spcAft>
              <a:buSzPts val="800"/>
              <a:buNone/>
              <a:defRPr sz="800"/>
            </a:lvl5pPr>
            <a:lvl6pPr lvl="5">
              <a:lnSpc>
                <a:spcPct val="110000"/>
              </a:lnSpc>
              <a:spcBef>
                <a:spcPts val="0"/>
              </a:spcBef>
              <a:spcAft>
                <a:spcPts val="0"/>
              </a:spcAft>
              <a:buSzPts val="800"/>
              <a:buNone/>
              <a:defRPr sz="800"/>
            </a:lvl6pPr>
            <a:lvl7pPr lvl="6">
              <a:lnSpc>
                <a:spcPct val="110000"/>
              </a:lnSpc>
              <a:spcBef>
                <a:spcPts val="0"/>
              </a:spcBef>
              <a:spcAft>
                <a:spcPts val="0"/>
              </a:spcAft>
              <a:buSzPts val="800"/>
              <a:buNone/>
              <a:defRPr sz="800"/>
            </a:lvl7pPr>
            <a:lvl8pPr lvl="7">
              <a:lnSpc>
                <a:spcPct val="110000"/>
              </a:lnSpc>
              <a:spcBef>
                <a:spcPts val="0"/>
              </a:spcBef>
              <a:spcAft>
                <a:spcPts val="0"/>
              </a:spcAft>
              <a:buSzPts val="800"/>
              <a:buNone/>
              <a:defRPr sz="800"/>
            </a:lvl8pPr>
            <a:lvl9pPr lvl="8">
              <a:lnSpc>
                <a:spcPct val="110000"/>
              </a:lnSpc>
              <a:spcBef>
                <a:spcPts val="0"/>
              </a:spcBef>
              <a:spcAft>
                <a:spcPts val="0"/>
              </a:spcAft>
              <a:buSzPts val="800"/>
              <a:buNone/>
              <a:defRPr sz="800"/>
            </a:lvl9pPr>
          </a:lstStyle>
          <a:p/>
        </p:txBody>
      </p:sp>
      <p:sp>
        <p:nvSpPr>
          <p:cNvPr id="207" name="Google Shape;207;p22"/>
          <p:cNvSpPr/>
          <p:nvPr>
            <p:ph idx="15" type="pic"/>
          </p:nvPr>
        </p:nvSpPr>
        <p:spPr>
          <a:xfrm>
            <a:off x="7341950" y="373175"/>
            <a:ext cx="1515000" cy="1616700"/>
          </a:xfrm>
          <a:prstGeom prst="rect">
            <a:avLst/>
          </a:prstGeom>
          <a:noFill/>
          <a:ln>
            <a:noFill/>
          </a:ln>
        </p:spPr>
      </p:sp>
      <p:sp>
        <p:nvSpPr>
          <p:cNvPr id="208" name="Google Shape;208;p22"/>
          <p:cNvSpPr txBox="1"/>
          <p:nvPr>
            <p:ph idx="16" type="title"/>
          </p:nvPr>
        </p:nvSpPr>
        <p:spPr>
          <a:xfrm>
            <a:off x="7520600" y="2172975"/>
            <a:ext cx="1188600" cy="1524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209" name="Google Shape;209;p22"/>
          <p:cNvSpPr txBox="1"/>
          <p:nvPr>
            <p:ph idx="17" type="body"/>
          </p:nvPr>
        </p:nvSpPr>
        <p:spPr>
          <a:xfrm>
            <a:off x="7520600" y="2832368"/>
            <a:ext cx="1161900" cy="16707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lt1"/>
              </a:buClr>
              <a:buSzPts val="800"/>
              <a:buFont typeface="Inter"/>
              <a:buChar char="●"/>
              <a:defRPr sz="800"/>
            </a:lvl1pPr>
            <a:lvl2pPr indent="-279400" lvl="1" marL="914400">
              <a:lnSpc>
                <a:spcPct val="115000"/>
              </a:lnSpc>
              <a:spcBef>
                <a:spcPts val="0"/>
              </a:spcBef>
              <a:spcAft>
                <a:spcPts val="0"/>
              </a:spcAft>
              <a:buClr>
                <a:schemeClr val="lt1"/>
              </a:buClr>
              <a:buSzPts val="800"/>
              <a:buFont typeface="Inter"/>
              <a:buChar char="○"/>
              <a:defRPr sz="800"/>
            </a:lvl2pPr>
            <a:lvl3pPr indent="-279400" lvl="2" marL="1371600">
              <a:lnSpc>
                <a:spcPct val="115000"/>
              </a:lnSpc>
              <a:spcBef>
                <a:spcPts val="0"/>
              </a:spcBef>
              <a:spcAft>
                <a:spcPts val="0"/>
              </a:spcAft>
              <a:buClr>
                <a:schemeClr val="lt1"/>
              </a:buClr>
              <a:buSzPts val="800"/>
              <a:buFont typeface="Inter"/>
              <a:buChar char="■"/>
              <a:defRPr sz="800"/>
            </a:lvl3pPr>
            <a:lvl4pPr indent="-279400" lvl="3" marL="1828800">
              <a:lnSpc>
                <a:spcPct val="115000"/>
              </a:lnSpc>
              <a:spcBef>
                <a:spcPts val="0"/>
              </a:spcBef>
              <a:spcAft>
                <a:spcPts val="0"/>
              </a:spcAft>
              <a:buClr>
                <a:schemeClr val="lt1"/>
              </a:buClr>
              <a:buSzPts val="800"/>
              <a:buFont typeface="Inter"/>
              <a:buChar char="●"/>
              <a:defRPr sz="800"/>
            </a:lvl4pPr>
            <a:lvl5pPr indent="-279400" lvl="4" marL="2286000">
              <a:lnSpc>
                <a:spcPct val="115000"/>
              </a:lnSpc>
              <a:spcBef>
                <a:spcPts val="0"/>
              </a:spcBef>
              <a:spcAft>
                <a:spcPts val="0"/>
              </a:spcAft>
              <a:buClr>
                <a:schemeClr val="lt1"/>
              </a:buClr>
              <a:buSzPts val="800"/>
              <a:buFont typeface="Inter"/>
              <a:buChar char="○"/>
              <a:defRPr sz="800"/>
            </a:lvl5pPr>
            <a:lvl6pPr indent="-279400" lvl="5" marL="2743200">
              <a:lnSpc>
                <a:spcPct val="115000"/>
              </a:lnSpc>
              <a:spcBef>
                <a:spcPts val="0"/>
              </a:spcBef>
              <a:spcAft>
                <a:spcPts val="0"/>
              </a:spcAft>
              <a:buClr>
                <a:schemeClr val="lt1"/>
              </a:buClr>
              <a:buSzPts val="800"/>
              <a:buFont typeface="Inter"/>
              <a:buChar char="■"/>
              <a:defRPr sz="800"/>
            </a:lvl6pPr>
            <a:lvl7pPr indent="-279400" lvl="6" marL="3200400">
              <a:lnSpc>
                <a:spcPct val="115000"/>
              </a:lnSpc>
              <a:spcBef>
                <a:spcPts val="0"/>
              </a:spcBef>
              <a:spcAft>
                <a:spcPts val="0"/>
              </a:spcAft>
              <a:buClr>
                <a:schemeClr val="lt1"/>
              </a:buClr>
              <a:buSzPts val="800"/>
              <a:buFont typeface="Inter"/>
              <a:buChar char="●"/>
              <a:defRPr sz="800"/>
            </a:lvl7pPr>
            <a:lvl8pPr indent="-279400" lvl="7" marL="3657600">
              <a:lnSpc>
                <a:spcPct val="115000"/>
              </a:lnSpc>
              <a:spcBef>
                <a:spcPts val="0"/>
              </a:spcBef>
              <a:spcAft>
                <a:spcPts val="0"/>
              </a:spcAft>
              <a:buClr>
                <a:schemeClr val="lt1"/>
              </a:buClr>
              <a:buSzPts val="800"/>
              <a:buFont typeface="Inter"/>
              <a:buChar char="○"/>
              <a:defRPr sz="800"/>
            </a:lvl8pPr>
            <a:lvl9pPr indent="-279400" lvl="8" marL="4114800">
              <a:lnSpc>
                <a:spcPct val="115000"/>
              </a:lnSpc>
              <a:spcBef>
                <a:spcPts val="0"/>
              </a:spcBef>
              <a:spcAft>
                <a:spcPts val="0"/>
              </a:spcAft>
              <a:buClr>
                <a:schemeClr val="lt1"/>
              </a:buClr>
              <a:buSzPts val="800"/>
              <a:buFont typeface="Inter"/>
              <a:buChar char="■"/>
              <a:defRPr sz="800"/>
            </a:lvl9pPr>
          </a:lstStyle>
          <a:p/>
        </p:txBody>
      </p:sp>
      <p:sp>
        <p:nvSpPr>
          <p:cNvPr id="210" name="Google Shape;210;p22"/>
          <p:cNvSpPr txBox="1"/>
          <p:nvPr>
            <p:ph idx="18" type="title"/>
          </p:nvPr>
        </p:nvSpPr>
        <p:spPr>
          <a:xfrm>
            <a:off x="7520600" y="2325375"/>
            <a:ext cx="1188600" cy="2781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800"/>
              <a:buNone/>
              <a:defRPr sz="800"/>
            </a:lvl2pPr>
            <a:lvl3pPr lvl="2">
              <a:lnSpc>
                <a:spcPct val="110000"/>
              </a:lnSpc>
              <a:spcBef>
                <a:spcPts val="0"/>
              </a:spcBef>
              <a:spcAft>
                <a:spcPts val="0"/>
              </a:spcAft>
              <a:buSzPts val="800"/>
              <a:buNone/>
              <a:defRPr sz="800"/>
            </a:lvl3pPr>
            <a:lvl4pPr lvl="3">
              <a:lnSpc>
                <a:spcPct val="110000"/>
              </a:lnSpc>
              <a:spcBef>
                <a:spcPts val="0"/>
              </a:spcBef>
              <a:spcAft>
                <a:spcPts val="0"/>
              </a:spcAft>
              <a:buSzPts val="800"/>
              <a:buNone/>
              <a:defRPr sz="800"/>
            </a:lvl4pPr>
            <a:lvl5pPr lvl="4">
              <a:lnSpc>
                <a:spcPct val="110000"/>
              </a:lnSpc>
              <a:spcBef>
                <a:spcPts val="0"/>
              </a:spcBef>
              <a:spcAft>
                <a:spcPts val="0"/>
              </a:spcAft>
              <a:buSzPts val="800"/>
              <a:buNone/>
              <a:defRPr sz="800"/>
            </a:lvl5pPr>
            <a:lvl6pPr lvl="5">
              <a:lnSpc>
                <a:spcPct val="110000"/>
              </a:lnSpc>
              <a:spcBef>
                <a:spcPts val="0"/>
              </a:spcBef>
              <a:spcAft>
                <a:spcPts val="0"/>
              </a:spcAft>
              <a:buSzPts val="800"/>
              <a:buNone/>
              <a:defRPr sz="800"/>
            </a:lvl6pPr>
            <a:lvl7pPr lvl="6">
              <a:lnSpc>
                <a:spcPct val="110000"/>
              </a:lnSpc>
              <a:spcBef>
                <a:spcPts val="0"/>
              </a:spcBef>
              <a:spcAft>
                <a:spcPts val="0"/>
              </a:spcAft>
              <a:buSzPts val="800"/>
              <a:buNone/>
              <a:defRPr sz="800"/>
            </a:lvl7pPr>
            <a:lvl8pPr lvl="7">
              <a:lnSpc>
                <a:spcPct val="110000"/>
              </a:lnSpc>
              <a:spcBef>
                <a:spcPts val="0"/>
              </a:spcBef>
              <a:spcAft>
                <a:spcPts val="0"/>
              </a:spcAft>
              <a:buSzPts val="800"/>
              <a:buNone/>
              <a:defRPr sz="800"/>
            </a:lvl8pPr>
            <a:lvl9pPr lvl="8">
              <a:lnSpc>
                <a:spcPct val="110000"/>
              </a:lnSpc>
              <a:spcBef>
                <a:spcPts val="0"/>
              </a:spcBef>
              <a:spcAft>
                <a:spcPts val="0"/>
              </a:spcAft>
              <a:buSzPts val="800"/>
              <a:buNone/>
              <a:defRPr sz="800"/>
            </a:lvl9pPr>
          </a:lstStyle>
          <a:p/>
        </p:txBody>
      </p:sp>
      <p:sp>
        <p:nvSpPr>
          <p:cNvPr id="211" name="Google Shape;211;p22"/>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12" name="Google Shape;212;p22"/>
          <p:cNvSpPr txBox="1"/>
          <p:nvPr>
            <p:ph idx="19"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3" name="Google Shape;213;p22"/>
          <p:cNvSpPr txBox="1"/>
          <p:nvPr>
            <p:ph idx="20"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4" name="Google Shape;214;p22"/>
          <p:cNvSpPr txBox="1"/>
          <p:nvPr>
            <p:ph idx="21" type="title"/>
          </p:nvPr>
        </p:nvSpPr>
        <p:spPr>
          <a:xfrm>
            <a:off x="283850" y="285900"/>
            <a:ext cx="2055600" cy="12696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a:lvl1pPr>
            <a:lvl2pPr lvl="1">
              <a:lnSpc>
                <a:spcPct val="85000"/>
              </a:lnSpc>
              <a:spcBef>
                <a:spcPts val="0"/>
              </a:spcBef>
              <a:spcAft>
                <a:spcPts val="0"/>
              </a:spcAft>
              <a:buNone/>
              <a:defRPr/>
            </a:lvl2pPr>
            <a:lvl3pPr lvl="2">
              <a:lnSpc>
                <a:spcPct val="85000"/>
              </a:lnSpc>
              <a:spcBef>
                <a:spcPts val="0"/>
              </a:spcBef>
              <a:spcAft>
                <a:spcPts val="0"/>
              </a:spcAft>
              <a:buNone/>
              <a:defRPr/>
            </a:lvl3pPr>
            <a:lvl4pPr lvl="3">
              <a:lnSpc>
                <a:spcPct val="85000"/>
              </a:lnSpc>
              <a:spcBef>
                <a:spcPts val="0"/>
              </a:spcBef>
              <a:spcAft>
                <a:spcPts val="0"/>
              </a:spcAft>
              <a:buNone/>
              <a:defRPr/>
            </a:lvl4pPr>
            <a:lvl5pPr lvl="4">
              <a:lnSpc>
                <a:spcPct val="85000"/>
              </a:lnSpc>
              <a:spcBef>
                <a:spcPts val="0"/>
              </a:spcBef>
              <a:spcAft>
                <a:spcPts val="0"/>
              </a:spcAft>
              <a:buNone/>
              <a:defRPr/>
            </a:lvl5pPr>
            <a:lvl6pPr lvl="5">
              <a:lnSpc>
                <a:spcPct val="85000"/>
              </a:lnSpc>
              <a:spcBef>
                <a:spcPts val="0"/>
              </a:spcBef>
              <a:spcAft>
                <a:spcPts val="0"/>
              </a:spcAft>
              <a:buNone/>
              <a:defRPr/>
            </a:lvl6pPr>
            <a:lvl7pPr lvl="6">
              <a:lnSpc>
                <a:spcPct val="85000"/>
              </a:lnSpc>
              <a:spcBef>
                <a:spcPts val="0"/>
              </a:spcBef>
              <a:spcAft>
                <a:spcPts val="0"/>
              </a:spcAft>
              <a:buNone/>
              <a:defRPr/>
            </a:lvl7pPr>
            <a:lvl8pPr lvl="7">
              <a:lnSpc>
                <a:spcPct val="85000"/>
              </a:lnSpc>
              <a:spcBef>
                <a:spcPts val="0"/>
              </a:spcBef>
              <a:spcAft>
                <a:spcPts val="0"/>
              </a:spcAft>
              <a:buNone/>
              <a:defRPr/>
            </a:lvl8pPr>
            <a:lvl9pPr lvl="8">
              <a:lnSpc>
                <a:spcPct val="85000"/>
              </a:lnSpc>
              <a:spcBef>
                <a:spcPts val="0"/>
              </a:spcBef>
              <a:spcAft>
                <a:spcPts val="0"/>
              </a:spcAft>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image grid and description - Alt 2">
  <p:cSld name="CUSTOM_4">
    <p:spTree>
      <p:nvGrpSpPr>
        <p:cNvPr id="215" name="Shape 215"/>
        <p:cNvGrpSpPr/>
        <p:nvPr/>
      </p:nvGrpSpPr>
      <p:grpSpPr>
        <a:xfrm>
          <a:off x="0" y="0"/>
          <a:ext cx="0" cy="0"/>
          <a:chOff x="0" y="0"/>
          <a:chExt cx="0" cy="0"/>
        </a:xfrm>
      </p:grpSpPr>
      <p:sp>
        <p:nvSpPr>
          <p:cNvPr id="216" name="Google Shape;216;p23"/>
          <p:cNvSpPr txBox="1"/>
          <p:nvPr>
            <p:ph type="title"/>
          </p:nvPr>
        </p:nvSpPr>
        <p:spPr>
          <a:xfrm>
            <a:off x="1049249" y="2030625"/>
            <a:ext cx="1902000" cy="243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100"/>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p:txBody>
      </p:sp>
      <p:sp>
        <p:nvSpPr>
          <p:cNvPr id="217" name="Google Shape;217;p23"/>
          <p:cNvSpPr txBox="1"/>
          <p:nvPr>
            <p:ph idx="1" type="body"/>
          </p:nvPr>
        </p:nvSpPr>
        <p:spPr>
          <a:xfrm>
            <a:off x="1049250" y="2396800"/>
            <a:ext cx="1902000" cy="6396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1"/>
              </a:buClr>
              <a:buSzPts val="800"/>
              <a:buFont typeface="Inter"/>
              <a:buChar char="●"/>
              <a:defRPr sz="800"/>
            </a:lvl1pPr>
            <a:lvl2pPr indent="-279400" lvl="1" marL="914400">
              <a:spcBef>
                <a:spcPts val="0"/>
              </a:spcBef>
              <a:spcAft>
                <a:spcPts val="0"/>
              </a:spcAft>
              <a:buClr>
                <a:schemeClr val="lt1"/>
              </a:buClr>
              <a:buSzPts val="800"/>
              <a:buFont typeface="Inter"/>
              <a:buChar char="○"/>
              <a:defRPr sz="800"/>
            </a:lvl2pPr>
            <a:lvl3pPr indent="-279400" lvl="2" marL="1371600">
              <a:spcBef>
                <a:spcPts val="0"/>
              </a:spcBef>
              <a:spcAft>
                <a:spcPts val="0"/>
              </a:spcAft>
              <a:buClr>
                <a:schemeClr val="lt1"/>
              </a:buClr>
              <a:buSzPts val="800"/>
              <a:buFont typeface="Inter"/>
              <a:buChar char="■"/>
              <a:defRPr sz="800"/>
            </a:lvl3pPr>
            <a:lvl4pPr indent="-279400" lvl="3" marL="1828800">
              <a:spcBef>
                <a:spcPts val="0"/>
              </a:spcBef>
              <a:spcAft>
                <a:spcPts val="0"/>
              </a:spcAft>
              <a:buClr>
                <a:schemeClr val="lt1"/>
              </a:buClr>
              <a:buSzPts val="800"/>
              <a:buFont typeface="Inter"/>
              <a:buChar char="●"/>
              <a:defRPr sz="800"/>
            </a:lvl4pPr>
            <a:lvl5pPr indent="-279400" lvl="4" marL="2286000">
              <a:spcBef>
                <a:spcPts val="0"/>
              </a:spcBef>
              <a:spcAft>
                <a:spcPts val="0"/>
              </a:spcAft>
              <a:buClr>
                <a:schemeClr val="lt1"/>
              </a:buClr>
              <a:buSzPts val="800"/>
              <a:buFont typeface="Inter"/>
              <a:buChar char="○"/>
              <a:defRPr sz="800"/>
            </a:lvl5pPr>
            <a:lvl6pPr indent="-279400" lvl="5" marL="2743200">
              <a:spcBef>
                <a:spcPts val="0"/>
              </a:spcBef>
              <a:spcAft>
                <a:spcPts val="0"/>
              </a:spcAft>
              <a:buClr>
                <a:schemeClr val="lt1"/>
              </a:buClr>
              <a:buSzPts val="800"/>
              <a:buFont typeface="Inter"/>
              <a:buChar char="■"/>
              <a:defRPr sz="800"/>
            </a:lvl6pPr>
            <a:lvl7pPr indent="-279400" lvl="6" marL="3200400">
              <a:spcBef>
                <a:spcPts val="0"/>
              </a:spcBef>
              <a:spcAft>
                <a:spcPts val="0"/>
              </a:spcAft>
              <a:buClr>
                <a:schemeClr val="lt1"/>
              </a:buClr>
              <a:buSzPts val="800"/>
              <a:buFont typeface="Inter"/>
              <a:buChar char="●"/>
              <a:defRPr sz="800"/>
            </a:lvl7pPr>
            <a:lvl8pPr indent="-279400" lvl="7" marL="3657600">
              <a:spcBef>
                <a:spcPts val="0"/>
              </a:spcBef>
              <a:spcAft>
                <a:spcPts val="0"/>
              </a:spcAft>
              <a:buClr>
                <a:schemeClr val="lt1"/>
              </a:buClr>
              <a:buSzPts val="800"/>
              <a:buFont typeface="Inter"/>
              <a:buChar char="○"/>
              <a:defRPr sz="800"/>
            </a:lvl8pPr>
            <a:lvl9pPr indent="-279400" lvl="8" marL="4114800">
              <a:spcBef>
                <a:spcPts val="0"/>
              </a:spcBef>
              <a:spcAft>
                <a:spcPts val="0"/>
              </a:spcAft>
              <a:buClr>
                <a:schemeClr val="lt1"/>
              </a:buClr>
              <a:buSzPts val="800"/>
              <a:buFont typeface="Inter"/>
              <a:buChar char="■"/>
              <a:defRPr sz="800"/>
            </a:lvl9pPr>
          </a:lstStyle>
          <a:p/>
        </p:txBody>
      </p:sp>
      <p:sp>
        <p:nvSpPr>
          <p:cNvPr id="218" name="Google Shape;218;p23"/>
          <p:cNvSpPr txBox="1"/>
          <p:nvPr>
            <p:ph idx="2" type="title"/>
          </p:nvPr>
        </p:nvSpPr>
        <p:spPr>
          <a:xfrm>
            <a:off x="1049249" y="3575325"/>
            <a:ext cx="1902000" cy="2436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p:txBody>
      </p:sp>
      <p:sp>
        <p:nvSpPr>
          <p:cNvPr id="219" name="Google Shape;219;p23"/>
          <p:cNvSpPr txBox="1"/>
          <p:nvPr>
            <p:ph idx="3" type="body"/>
          </p:nvPr>
        </p:nvSpPr>
        <p:spPr>
          <a:xfrm>
            <a:off x="1049250" y="3941500"/>
            <a:ext cx="1902000" cy="6396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1"/>
              </a:buClr>
              <a:buSzPts val="800"/>
              <a:buFont typeface="Inter"/>
              <a:buChar char="●"/>
              <a:defRPr sz="800"/>
            </a:lvl1pPr>
            <a:lvl2pPr indent="-279400" lvl="1" marL="914400">
              <a:spcBef>
                <a:spcPts val="0"/>
              </a:spcBef>
              <a:spcAft>
                <a:spcPts val="0"/>
              </a:spcAft>
              <a:buClr>
                <a:schemeClr val="lt1"/>
              </a:buClr>
              <a:buSzPts val="800"/>
              <a:buFont typeface="Inter"/>
              <a:buChar char="○"/>
              <a:defRPr sz="800"/>
            </a:lvl2pPr>
            <a:lvl3pPr indent="-279400" lvl="2" marL="1371600">
              <a:spcBef>
                <a:spcPts val="0"/>
              </a:spcBef>
              <a:spcAft>
                <a:spcPts val="0"/>
              </a:spcAft>
              <a:buClr>
                <a:schemeClr val="lt1"/>
              </a:buClr>
              <a:buSzPts val="800"/>
              <a:buFont typeface="Inter"/>
              <a:buChar char="■"/>
              <a:defRPr sz="800"/>
            </a:lvl3pPr>
            <a:lvl4pPr indent="-279400" lvl="3" marL="1828800">
              <a:spcBef>
                <a:spcPts val="0"/>
              </a:spcBef>
              <a:spcAft>
                <a:spcPts val="0"/>
              </a:spcAft>
              <a:buClr>
                <a:schemeClr val="lt1"/>
              </a:buClr>
              <a:buSzPts val="800"/>
              <a:buFont typeface="Inter"/>
              <a:buChar char="●"/>
              <a:defRPr sz="800"/>
            </a:lvl4pPr>
            <a:lvl5pPr indent="-279400" lvl="4" marL="2286000">
              <a:spcBef>
                <a:spcPts val="0"/>
              </a:spcBef>
              <a:spcAft>
                <a:spcPts val="0"/>
              </a:spcAft>
              <a:buClr>
                <a:schemeClr val="lt1"/>
              </a:buClr>
              <a:buSzPts val="800"/>
              <a:buFont typeface="Inter"/>
              <a:buChar char="○"/>
              <a:defRPr sz="800"/>
            </a:lvl5pPr>
            <a:lvl6pPr indent="-279400" lvl="5" marL="2743200">
              <a:spcBef>
                <a:spcPts val="0"/>
              </a:spcBef>
              <a:spcAft>
                <a:spcPts val="0"/>
              </a:spcAft>
              <a:buClr>
                <a:schemeClr val="lt1"/>
              </a:buClr>
              <a:buSzPts val="800"/>
              <a:buFont typeface="Inter"/>
              <a:buChar char="■"/>
              <a:defRPr sz="800"/>
            </a:lvl6pPr>
            <a:lvl7pPr indent="-279400" lvl="6" marL="3200400">
              <a:spcBef>
                <a:spcPts val="0"/>
              </a:spcBef>
              <a:spcAft>
                <a:spcPts val="0"/>
              </a:spcAft>
              <a:buClr>
                <a:schemeClr val="lt1"/>
              </a:buClr>
              <a:buSzPts val="800"/>
              <a:buFont typeface="Inter"/>
              <a:buChar char="●"/>
              <a:defRPr sz="800"/>
            </a:lvl7pPr>
            <a:lvl8pPr indent="-279400" lvl="7" marL="3657600">
              <a:spcBef>
                <a:spcPts val="0"/>
              </a:spcBef>
              <a:spcAft>
                <a:spcPts val="0"/>
              </a:spcAft>
              <a:buClr>
                <a:schemeClr val="lt1"/>
              </a:buClr>
              <a:buSzPts val="800"/>
              <a:buFont typeface="Inter"/>
              <a:buChar char="○"/>
              <a:defRPr sz="800"/>
            </a:lvl8pPr>
            <a:lvl9pPr indent="-279400" lvl="8" marL="4114800">
              <a:spcBef>
                <a:spcPts val="0"/>
              </a:spcBef>
              <a:spcAft>
                <a:spcPts val="0"/>
              </a:spcAft>
              <a:buClr>
                <a:schemeClr val="lt1"/>
              </a:buClr>
              <a:buSzPts val="800"/>
              <a:buFont typeface="Inter"/>
              <a:buChar char="■"/>
              <a:defRPr sz="800"/>
            </a:lvl9pPr>
          </a:lstStyle>
          <a:p/>
        </p:txBody>
      </p:sp>
      <p:sp>
        <p:nvSpPr>
          <p:cNvPr id="220" name="Google Shape;220;p23"/>
          <p:cNvSpPr txBox="1"/>
          <p:nvPr>
            <p:ph idx="4" type="title"/>
          </p:nvPr>
        </p:nvSpPr>
        <p:spPr>
          <a:xfrm>
            <a:off x="3950249" y="2030625"/>
            <a:ext cx="1902000" cy="2436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p:txBody>
      </p:sp>
      <p:sp>
        <p:nvSpPr>
          <p:cNvPr id="221" name="Google Shape;221;p23"/>
          <p:cNvSpPr txBox="1"/>
          <p:nvPr>
            <p:ph idx="5" type="body"/>
          </p:nvPr>
        </p:nvSpPr>
        <p:spPr>
          <a:xfrm>
            <a:off x="3950250" y="2396800"/>
            <a:ext cx="1902000" cy="6396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1"/>
              </a:buClr>
              <a:buSzPts val="800"/>
              <a:buFont typeface="Inter"/>
              <a:buChar char="●"/>
              <a:defRPr sz="800"/>
            </a:lvl1pPr>
            <a:lvl2pPr indent="-279400" lvl="1" marL="914400">
              <a:spcBef>
                <a:spcPts val="0"/>
              </a:spcBef>
              <a:spcAft>
                <a:spcPts val="0"/>
              </a:spcAft>
              <a:buClr>
                <a:schemeClr val="lt1"/>
              </a:buClr>
              <a:buSzPts val="800"/>
              <a:buFont typeface="Inter"/>
              <a:buChar char="○"/>
              <a:defRPr sz="800"/>
            </a:lvl2pPr>
            <a:lvl3pPr indent="-279400" lvl="2" marL="1371600">
              <a:spcBef>
                <a:spcPts val="0"/>
              </a:spcBef>
              <a:spcAft>
                <a:spcPts val="0"/>
              </a:spcAft>
              <a:buClr>
                <a:schemeClr val="lt1"/>
              </a:buClr>
              <a:buSzPts val="800"/>
              <a:buFont typeface="Inter"/>
              <a:buChar char="■"/>
              <a:defRPr sz="800"/>
            </a:lvl3pPr>
            <a:lvl4pPr indent="-279400" lvl="3" marL="1828800">
              <a:spcBef>
                <a:spcPts val="0"/>
              </a:spcBef>
              <a:spcAft>
                <a:spcPts val="0"/>
              </a:spcAft>
              <a:buClr>
                <a:schemeClr val="lt1"/>
              </a:buClr>
              <a:buSzPts val="800"/>
              <a:buFont typeface="Inter"/>
              <a:buChar char="●"/>
              <a:defRPr sz="800"/>
            </a:lvl4pPr>
            <a:lvl5pPr indent="-279400" lvl="4" marL="2286000">
              <a:spcBef>
                <a:spcPts val="0"/>
              </a:spcBef>
              <a:spcAft>
                <a:spcPts val="0"/>
              </a:spcAft>
              <a:buClr>
                <a:schemeClr val="lt1"/>
              </a:buClr>
              <a:buSzPts val="800"/>
              <a:buFont typeface="Inter"/>
              <a:buChar char="○"/>
              <a:defRPr sz="800"/>
            </a:lvl5pPr>
            <a:lvl6pPr indent="-279400" lvl="5" marL="2743200">
              <a:spcBef>
                <a:spcPts val="0"/>
              </a:spcBef>
              <a:spcAft>
                <a:spcPts val="0"/>
              </a:spcAft>
              <a:buClr>
                <a:schemeClr val="lt1"/>
              </a:buClr>
              <a:buSzPts val="800"/>
              <a:buFont typeface="Inter"/>
              <a:buChar char="■"/>
              <a:defRPr sz="800"/>
            </a:lvl6pPr>
            <a:lvl7pPr indent="-279400" lvl="6" marL="3200400">
              <a:spcBef>
                <a:spcPts val="0"/>
              </a:spcBef>
              <a:spcAft>
                <a:spcPts val="0"/>
              </a:spcAft>
              <a:buClr>
                <a:schemeClr val="lt1"/>
              </a:buClr>
              <a:buSzPts val="800"/>
              <a:buFont typeface="Inter"/>
              <a:buChar char="●"/>
              <a:defRPr sz="800"/>
            </a:lvl7pPr>
            <a:lvl8pPr indent="-279400" lvl="7" marL="3657600">
              <a:spcBef>
                <a:spcPts val="0"/>
              </a:spcBef>
              <a:spcAft>
                <a:spcPts val="0"/>
              </a:spcAft>
              <a:buClr>
                <a:schemeClr val="lt1"/>
              </a:buClr>
              <a:buSzPts val="800"/>
              <a:buFont typeface="Inter"/>
              <a:buChar char="○"/>
              <a:defRPr sz="800"/>
            </a:lvl8pPr>
            <a:lvl9pPr indent="-279400" lvl="8" marL="4114800">
              <a:spcBef>
                <a:spcPts val="0"/>
              </a:spcBef>
              <a:spcAft>
                <a:spcPts val="0"/>
              </a:spcAft>
              <a:buClr>
                <a:schemeClr val="lt1"/>
              </a:buClr>
              <a:buSzPts val="800"/>
              <a:buFont typeface="Inter"/>
              <a:buChar char="■"/>
              <a:defRPr sz="800"/>
            </a:lvl9pPr>
          </a:lstStyle>
          <a:p/>
        </p:txBody>
      </p:sp>
      <p:sp>
        <p:nvSpPr>
          <p:cNvPr id="222" name="Google Shape;222;p23"/>
          <p:cNvSpPr txBox="1"/>
          <p:nvPr>
            <p:ph idx="6" type="title"/>
          </p:nvPr>
        </p:nvSpPr>
        <p:spPr>
          <a:xfrm>
            <a:off x="3950249" y="3575325"/>
            <a:ext cx="1902000" cy="2436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p:txBody>
      </p:sp>
      <p:sp>
        <p:nvSpPr>
          <p:cNvPr id="223" name="Google Shape;223;p23"/>
          <p:cNvSpPr txBox="1"/>
          <p:nvPr>
            <p:ph idx="7" type="body"/>
          </p:nvPr>
        </p:nvSpPr>
        <p:spPr>
          <a:xfrm>
            <a:off x="3950250" y="3941500"/>
            <a:ext cx="1902000" cy="6396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1"/>
              </a:buClr>
              <a:buSzPts val="800"/>
              <a:buFont typeface="Inter"/>
              <a:buChar char="●"/>
              <a:defRPr sz="800"/>
            </a:lvl1pPr>
            <a:lvl2pPr indent="-279400" lvl="1" marL="914400">
              <a:spcBef>
                <a:spcPts val="0"/>
              </a:spcBef>
              <a:spcAft>
                <a:spcPts val="0"/>
              </a:spcAft>
              <a:buClr>
                <a:schemeClr val="lt1"/>
              </a:buClr>
              <a:buSzPts val="800"/>
              <a:buFont typeface="Inter"/>
              <a:buChar char="○"/>
              <a:defRPr sz="800"/>
            </a:lvl2pPr>
            <a:lvl3pPr indent="-279400" lvl="2" marL="1371600">
              <a:spcBef>
                <a:spcPts val="0"/>
              </a:spcBef>
              <a:spcAft>
                <a:spcPts val="0"/>
              </a:spcAft>
              <a:buClr>
                <a:schemeClr val="lt1"/>
              </a:buClr>
              <a:buSzPts val="800"/>
              <a:buFont typeface="Inter"/>
              <a:buChar char="■"/>
              <a:defRPr sz="800"/>
            </a:lvl3pPr>
            <a:lvl4pPr indent="-279400" lvl="3" marL="1828800">
              <a:spcBef>
                <a:spcPts val="0"/>
              </a:spcBef>
              <a:spcAft>
                <a:spcPts val="0"/>
              </a:spcAft>
              <a:buClr>
                <a:schemeClr val="lt1"/>
              </a:buClr>
              <a:buSzPts val="800"/>
              <a:buFont typeface="Inter"/>
              <a:buChar char="●"/>
              <a:defRPr sz="800"/>
            </a:lvl4pPr>
            <a:lvl5pPr indent="-279400" lvl="4" marL="2286000">
              <a:spcBef>
                <a:spcPts val="0"/>
              </a:spcBef>
              <a:spcAft>
                <a:spcPts val="0"/>
              </a:spcAft>
              <a:buClr>
                <a:schemeClr val="lt1"/>
              </a:buClr>
              <a:buSzPts val="800"/>
              <a:buFont typeface="Inter"/>
              <a:buChar char="○"/>
              <a:defRPr sz="800"/>
            </a:lvl5pPr>
            <a:lvl6pPr indent="-279400" lvl="5" marL="2743200">
              <a:spcBef>
                <a:spcPts val="0"/>
              </a:spcBef>
              <a:spcAft>
                <a:spcPts val="0"/>
              </a:spcAft>
              <a:buClr>
                <a:schemeClr val="lt1"/>
              </a:buClr>
              <a:buSzPts val="800"/>
              <a:buFont typeface="Inter"/>
              <a:buChar char="■"/>
              <a:defRPr sz="800"/>
            </a:lvl6pPr>
            <a:lvl7pPr indent="-279400" lvl="6" marL="3200400">
              <a:spcBef>
                <a:spcPts val="0"/>
              </a:spcBef>
              <a:spcAft>
                <a:spcPts val="0"/>
              </a:spcAft>
              <a:buClr>
                <a:schemeClr val="lt1"/>
              </a:buClr>
              <a:buSzPts val="800"/>
              <a:buFont typeface="Inter"/>
              <a:buChar char="●"/>
              <a:defRPr sz="800"/>
            </a:lvl7pPr>
            <a:lvl8pPr indent="-279400" lvl="7" marL="3657600">
              <a:spcBef>
                <a:spcPts val="0"/>
              </a:spcBef>
              <a:spcAft>
                <a:spcPts val="0"/>
              </a:spcAft>
              <a:buClr>
                <a:schemeClr val="lt1"/>
              </a:buClr>
              <a:buSzPts val="800"/>
              <a:buFont typeface="Inter"/>
              <a:buChar char="○"/>
              <a:defRPr sz="800"/>
            </a:lvl8pPr>
            <a:lvl9pPr indent="-279400" lvl="8" marL="4114800">
              <a:spcBef>
                <a:spcPts val="0"/>
              </a:spcBef>
              <a:spcAft>
                <a:spcPts val="0"/>
              </a:spcAft>
              <a:buClr>
                <a:schemeClr val="lt1"/>
              </a:buClr>
              <a:buSzPts val="800"/>
              <a:buFont typeface="Inter"/>
              <a:buChar char="■"/>
              <a:defRPr sz="800"/>
            </a:lvl9pPr>
          </a:lstStyle>
          <a:p/>
        </p:txBody>
      </p:sp>
      <p:sp>
        <p:nvSpPr>
          <p:cNvPr id="224" name="Google Shape;224;p23"/>
          <p:cNvSpPr txBox="1"/>
          <p:nvPr>
            <p:ph idx="8" type="title"/>
          </p:nvPr>
        </p:nvSpPr>
        <p:spPr>
          <a:xfrm>
            <a:off x="6851249" y="2030625"/>
            <a:ext cx="1902000" cy="2436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p:txBody>
      </p:sp>
      <p:sp>
        <p:nvSpPr>
          <p:cNvPr id="225" name="Google Shape;225;p23"/>
          <p:cNvSpPr txBox="1"/>
          <p:nvPr>
            <p:ph idx="9" type="body"/>
          </p:nvPr>
        </p:nvSpPr>
        <p:spPr>
          <a:xfrm>
            <a:off x="6851250" y="2396800"/>
            <a:ext cx="1902000" cy="6396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1"/>
              </a:buClr>
              <a:buSzPts val="800"/>
              <a:buFont typeface="Inter"/>
              <a:buChar char="●"/>
              <a:defRPr sz="800"/>
            </a:lvl1pPr>
            <a:lvl2pPr indent="-279400" lvl="1" marL="914400">
              <a:spcBef>
                <a:spcPts val="0"/>
              </a:spcBef>
              <a:spcAft>
                <a:spcPts val="0"/>
              </a:spcAft>
              <a:buClr>
                <a:schemeClr val="lt1"/>
              </a:buClr>
              <a:buSzPts val="800"/>
              <a:buFont typeface="Inter"/>
              <a:buChar char="○"/>
              <a:defRPr sz="800"/>
            </a:lvl2pPr>
            <a:lvl3pPr indent="-279400" lvl="2" marL="1371600">
              <a:spcBef>
                <a:spcPts val="0"/>
              </a:spcBef>
              <a:spcAft>
                <a:spcPts val="0"/>
              </a:spcAft>
              <a:buClr>
                <a:schemeClr val="lt1"/>
              </a:buClr>
              <a:buSzPts val="800"/>
              <a:buFont typeface="Inter"/>
              <a:buChar char="■"/>
              <a:defRPr sz="800"/>
            </a:lvl3pPr>
            <a:lvl4pPr indent="-279400" lvl="3" marL="1828800">
              <a:spcBef>
                <a:spcPts val="0"/>
              </a:spcBef>
              <a:spcAft>
                <a:spcPts val="0"/>
              </a:spcAft>
              <a:buClr>
                <a:schemeClr val="lt1"/>
              </a:buClr>
              <a:buSzPts val="800"/>
              <a:buFont typeface="Inter"/>
              <a:buChar char="●"/>
              <a:defRPr sz="800"/>
            </a:lvl4pPr>
            <a:lvl5pPr indent="-279400" lvl="4" marL="2286000">
              <a:spcBef>
                <a:spcPts val="0"/>
              </a:spcBef>
              <a:spcAft>
                <a:spcPts val="0"/>
              </a:spcAft>
              <a:buClr>
                <a:schemeClr val="lt1"/>
              </a:buClr>
              <a:buSzPts val="800"/>
              <a:buFont typeface="Inter"/>
              <a:buChar char="○"/>
              <a:defRPr sz="800"/>
            </a:lvl5pPr>
            <a:lvl6pPr indent="-279400" lvl="5" marL="2743200">
              <a:spcBef>
                <a:spcPts val="0"/>
              </a:spcBef>
              <a:spcAft>
                <a:spcPts val="0"/>
              </a:spcAft>
              <a:buClr>
                <a:schemeClr val="lt1"/>
              </a:buClr>
              <a:buSzPts val="800"/>
              <a:buFont typeface="Inter"/>
              <a:buChar char="■"/>
              <a:defRPr sz="800"/>
            </a:lvl6pPr>
            <a:lvl7pPr indent="-279400" lvl="6" marL="3200400">
              <a:spcBef>
                <a:spcPts val="0"/>
              </a:spcBef>
              <a:spcAft>
                <a:spcPts val="0"/>
              </a:spcAft>
              <a:buClr>
                <a:schemeClr val="lt1"/>
              </a:buClr>
              <a:buSzPts val="800"/>
              <a:buFont typeface="Inter"/>
              <a:buChar char="●"/>
              <a:defRPr sz="800"/>
            </a:lvl7pPr>
            <a:lvl8pPr indent="-279400" lvl="7" marL="3657600">
              <a:spcBef>
                <a:spcPts val="0"/>
              </a:spcBef>
              <a:spcAft>
                <a:spcPts val="0"/>
              </a:spcAft>
              <a:buClr>
                <a:schemeClr val="lt1"/>
              </a:buClr>
              <a:buSzPts val="800"/>
              <a:buFont typeface="Inter"/>
              <a:buChar char="○"/>
              <a:defRPr sz="800"/>
            </a:lvl8pPr>
            <a:lvl9pPr indent="-279400" lvl="8" marL="4114800">
              <a:spcBef>
                <a:spcPts val="0"/>
              </a:spcBef>
              <a:spcAft>
                <a:spcPts val="0"/>
              </a:spcAft>
              <a:buClr>
                <a:schemeClr val="lt1"/>
              </a:buClr>
              <a:buSzPts val="800"/>
              <a:buFont typeface="Inter"/>
              <a:buChar char="■"/>
              <a:defRPr sz="800"/>
            </a:lvl9pPr>
          </a:lstStyle>
          <a:p/>
        </p:txBody>
      </p:sp>
      <p:sp>
        <p:nvSpPr>
          <p:cNvPr id="226" name="Google Shape;226;p23"/>
          <p:cNvSpPr txBox="1"/>
          <p:nvPr>
            <p:ph idx="13" type="title"/>
          </p:nvPr>
        </p:nvSpPr>
        <p:spPr>
          <a:xfrm>
            <a:off x="6851249" y="3575325"/>
            <a:ext cx="1902000" cy="2436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p:txBody>
      </p:sp>
      <p:sp>
        <p:nvSpPr>
          <p:cNvPr id="227" name="Google Shape;227;p23"/>
          <p:cNvSpPr txBox="1"/>
          <p:nvPr>
            <p:ph idx="14" type="body"/>
          </p:nvPr>
        </p:nvSpPr>
        <p:spPr>
          <a:xfrm>
            <a:off x="6851250" y="3941500"/>
            <a:ext cx="1902000" cy="6396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1"/>
              </a:buClr>
              <a:buSzPts val="800"/>
              <a:buFont typeface="Inter"/>
              <a:buChar char="●"/>
              <a:defRPr sz="800"/>
            </a:lvl1pPr>
            <a:lvl2pPr indent="-279400" lvl="1" marL="914400">
              <a:spcBef>
                <a:spcPts val="0"/>
              </a:spcBef>
              <a:spcAft>
                <a:spcPts val="0"/>
              </a:spcAft>
              <a:buClr>
                <a:schemeClr val="lt1"/>
              </a:buClr>
              <a:buSzPts val="800"/>
              <a:buFont typeface="Inter"/>
              <a:buChar char="○"/>
              <a:defRPr sz="800"/>
            </a:lvl2pPr>
            <a:lvl3pPr indent="-279400" lvl="2" marL="1371600">
              <a:spcBef>
                <a:spcPts val="0"/>
              </a:spcBef>
              <a:spcAft>
                <a:spcPts val="0"/>
              </a:spcAft>
              <a:buClr>
                <a:schemeClr val="lt1"/>
              </a:buClr>
              <a:buSzPts val="800"/>
              <a:buFont typeface="Inter"/>
              <a:buChar char="■"/>
              <a:defRPr sz="800"/>
            </a:lvl3pPr>
            <a:lvl4pPr indent="-279400" lvl="3" marL="1828800">
              <a:spcBef>
                <a:spcPts val="0"/>
              </a:spcBef>
              <a:spcAft>
                <a:spcPts val="0"/>
              </a:spcAft>
              <a:buClr>
                <a:schemeClr val="lt1"/>
              </a:buClr>
              <a:buSzPts val="800"/>
              <a:buFont typeface="Inter"/>
              <a:buChar char="●"/>
              <a:defRPr sz="800"/>
            </a:lvl4pPr>
            <a:lvl5pPr indent="-279400" lvl="4" marL="2286000">
              <a:spcBef>
                <a:spcPts val="0"/>
              </a:spcBef>
              <a:spcAft>
                <a:spcPts val="0"/>
              </a:spcAft>
              <a:buClr>
                <a:schemeClr val="lt1"/>
              </a:buClr>
              <a:buSzPts val="800"/>
              <a:buFont typeface="Inter"/>
              <a:buChar char="○"/>
              <a:defRPr sz="800"/>
            </a:lvl5pPr>
            <a:lvl6pPr indent="-279400" lvl="5" marL="2743200">
              <a:spcBef>
                <a:spcPts val="0"/>
              </a:spcBef>
              <a:spcAft>
                <a:spcPts val="0"/>
              </a:spcAft>
              <a:buClr>
                <a:schemeClr val="lt1"/>
              </a:buClr>
              <a:buSzPts val="800"/>
              <a:buFont typeface="Inter"/>
              <a:buChar char="■"/>
              <a:defRPr sz="800"/>
            </a:lvl6pPr>
            <a:lvl7pPr indent="-279400" lvl="6" marL="3200400">
              <a:spcBef>
                <a:spcPts val="0"/>
              </a:spcBef>
              <a:spcAft>
                <a:spcPts val="0"/>
              </a:spcAft>
              <a:buClr>
                <a:schemeClr val="lt1"/>
              </a:buClr>
              <a:buSzPts val="800"/>
              <a:buFont typeface="Inter"/>
              <a:buChar char="●"/>
              <a:defRPr sz="800"/>
            </a:lvl7pPr>
            <a:lvl8pPr indent="-279400" lvl="7" marL="3657600">
              <a:spcBef>
                <a:spcPts val="0"/>
              </a:spcBef>
              <a:spcAft>
                <a:spcPts val="0"/>
              </a:spcAft>
              <a:buClr>
                <a:schemeClr val="lt1"/>
              </a:buClr>
              <a:buSzPts val="800"/>
              <a:buFont typeface="Inter"/>
              <a:buChar char="○"/>
              <a:defRPr sz="800"/>
            </a:lvl8pPr>
            <a:lvl9pPr indent="-279400" lvl="8" marL="4114800">
              <a:spcBef>
                <a:spcPts val="0"/>
              </a:spcBef>
              <a:spcAft>
                <a:spcPts val="0"/>
              </a:spcAft>
              <a:buClr>
                <a:schemeClr val="lt1"/>
              </a:buClr>
              <a:buSzPts val="800"/>
              <a:buFont typeface="Inter"/>
              <a:buChar char="■"/>
              <a:defRPr sz="800"/>
            </a:lvl9pPr>
          </a:lstStyle>
          <a:p/>
        </p:txBody>
      </p:sp>
      <p:sp>
        <p:nvSpPr>
          <p:cNvPr id="228" name="Google Shape;228;p23"/>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29" name="Google Shape;229;p23"/>
          <p:cNvSpPr txBox="1"/>
          <p:nvPr>
            <p:ph idx="15" type="title"/>
          </p:nvPr>
        </p:nvSpPr>
        <p:spPr>
          <a:xfrm>
            <a:off x="283850" y="285900"/>
            <a:ext cx="8571900" cy="8163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a:lvl1pPr>
            <a:lvl2pPr lvl="1">
              <a:lnSpc>
                <a:spcPct val="85000"/>
              </a:lnSpc>
              <a:spcBef>
                <a:spcPts val="0"/>
              </a:spcBef>
              <a:spcAft>
                <a:spcPts val="0"/>
              </a:spcAft>
              <a:buNone/>
              <a:defRPr/>
            </a:lvl2pPr>
            <a:lvl3pPr lvl="2">
              <a:lnSpc>
                <a:spcPct val="85000"/>
              </a:lnSpc>
              <a:spcBef>
                <a:spcPts val="0"/>
              </a:spcBef>
              <a:spcAft>
                <a:spcPts val="0"/>
              </a:spcAft>
              <a:buNone/>
              <a:defRPr/>
            </a:lvl3pPr>
            <a:lvl4pPr lvl="3">
              <a:lnSpc>
                <a:spcPct val="85000"/>
              </a:lnSpc>
              <a:spcBef>
                <a:spcPts val="0"/>
              </a:spcBef>
              <a:spcAft>
                <a:spcPts val="0"/>
              </a:spcAft>
              <a:buNone/>
              <a:defRPr/>
            </a:lvl4pPr>
            <a:lvl5pPr lvl="4">
              <a:lnSpc>
                <a:spcPct val="85000"/>
              </a:lnSpc>
              <a:spcBef>
                <a:spcPts val="0"/>
              </a:spcBef>
              <a:spcAft>
                <a:spcPts val="0"/>
              </a:spcAft>
              <a:buNone/>
              <a:defRPr/>
            </a:lvl5pPr>
            <a:lvl6pPr lvl="5">
              <a:lnSpc>
                <a:spcPct val="85000"/>
              </a:lnSpc>
              <a:spcBef>
                <a:spcPts val="0"/>
              </a:spcBef>
              <a:spcAft>
                <a:spcPts val="0"/>
              </a:spcAft>
              <a:buNone/>
              <a:defRPr/>
            </a:lvl6pPr>
            <a:lvl7pPr lvl="6">
              <a:lnSpc>
                <a:spcPct val="85000"/>
              </a:lnSpc>
              <a:spcBef>
                <a:spcPts val="0"/>
              </a:spcBef>
              <a:spcAft>
                <a:spcPts val="0"/>
              </a:spcAft>
              <a:buNone/>
              <a:defRPr/>
            </a:lvl7pPr>
            <a:lvl8pPr lvl="7">
              <a:lnSpc>
                <a:spcPct val="85000"/>
              </a:lnSpc>
              <a:spcBef>
                <a:spcPts val="0"/>
              </a:spcBef>
              <a:spcAft>
                <a:spcPts val="0"/>
              </a:spcAft>
              <a:buNone/>
              <a:defRPr/>
            </a:lvl8pPr>
            <a:lvl9pPr lvl="8">
              <a:lnSpc>
                <a:spcPct val="85000"/>
              </a:lnSpc>
              <a:spcBef>
                <a:spcPts val="0"/>
              </a:spcBef>
              <a:spcAft>
                <a:spcPts val="0"/>
              </a:spcAft>
              <a:buNone/>
              <a:defRPr/>
            </a:lvl9pPr>
          </a:lstStyle>
          <a:p/>
        </p:txBody>
      </p:sp>
      <p:sp>
        <p:nvSpPr>
          <p:cNvPr id="230" name="Google Shape;230;p23"/>
          <p:cNvSpPr/>
          <p:nvPr>
            <p:ph idx="16" type="pic"/>
          </p:nvPr>
        </p:nvSpPr>
        <p:spPr>
          <a:xfrm>
            <a:off x="290325" y="1862825"/>
            <a:ext cx="663000" cy="1271100"/>
          </a:xfrm>
          <a:prstGeom prst="rect">
            <a:avLst/>
          </a:prstGeom>
          <a:noFill/>
          <a:ln>
            <a:noFill/>
          </a:ln>
        </p:spPr>
      </p:sp>
      <p:sp>
        <p:nvSpPr>
          <p:cNvPr id="231" name="Google Shape;231;p23"/>
          <p:cNvSpPr/>
          <p:nvPr>
            <p:ph idx="17" type="pic"/>
          </p:nvPr>
        </p:nvSpPr>
        <p:spPr>
          <a:xfrm>
            <a:off x="290325" y="3407525"/>
            <a:ext cx="663000" cy="1271100"/>
          </a:xfrm>
          <a:prstGeom prst="rect">
            <a:avLst/>
          </a:prstGeom>
          <a:noFill/>
          <a:ln>
            <a:noFill/>
          </a:ln>
        </p:spPr>
      </p:sp>
      <p:sp>
        <p:nvSpPr>
          <p:cNvPr id="232" name="Google Shape;232;p23"/>
          <p:cNvSpPr/>
          <p:nvPr>
            <p:ph idx="18" type="pic"/>
          </p:nvPr>
        </p:nvSpPr>
        <p:spPr>
          <a:xfrm>
            <a:off x="3191325" y="1862825"/>
            <a:ext cx="663000" cy="1271100"/>
          </a:xfrm>
          <a:prstGeom prst="rect">
            <a:avLst/>
          </a:prstGeom>
          <a:noFill/>
          <a:ln>
            <a:noFill/>
          </a:ln>
        </p:spPr>
      </p:sp>
      <p:sp>
        <p:nvSpPr>
          <p:cNvPr id="233" name="Google Shape;233;p23"/>
          <p:cNvSpPr/>
          <p:nvPr>
            <p:ph idx="19" type="pic"/>
          </p:nvPr>
        </p:nvSpPr>
        <p:spPr>
          <a:xfrm>
            <a:off x="3191325" y="3407525"/>
            <a:ext cx="663000" cy="1271100"/>
          </a:xfrm>
          <a:prstGeom prst="rect">
            <a:avLst/>
          </a:prstGeom>
          <a:noFill/>
          <a:ln>
            <a:noFill/>
          </a:ln>
        </p:spPr>
      </p:sp>
      <p:sp>
        <p:nvSpPr>
          <p:cNvPr id="234" name="Google Shape;234;p23"/>
          <p:cNvSpPr/>
          <p:nvPr>
            <p:ph idx="20" type="pic"/>
          </p:nvPr>
        </p:nvSpPr>
        <p:spPr>
          <a:xfrm>
            <a:off x="6092325" y="1862825"/>
            <a:ext cx="663000" cy="1271100"/>
          </a:xfrm>
          <a:prstGeom prst="rect">
            <a:avLst/>
          </a:prstGeom>
          <a:noFill/>
          <a:ln>
            <a:noFill/>
          </a:ln>
        </p:spPr>
      </p:sp>
      <p:sp>
        <p:nvSpPr>
          <p:cNvPr id="235" name="Google Shape;235;p23"/>
          <p:cNvSpPr/>
          <p:nvPr>
            <p:ph idx="21" type="pic"/>
          </p:nvPr>
        </p:nvSpPr>
        <p:spPr>
          <a:xfrm>
            <a:off x="6092325" y="3407525"/>
            <a:ext cx="663000" cy="1271100"/>
          </a:xfrm>
          <a:prstGeom prst="rect">
            <a:avLst/>
          </a:prstGeom>
          <a:noFill/>
          <a:ln>
            <a:noFill/>
          </a:ln>
        </p:spPr>
      </p:sp>
      <p:sp>
        <p:nvSpPr>
          <p:cNvPr id="236" name="Google Shape;236;p23"/>
          <p:cNvSpPr txBox="1"/>
          <p:nvPr>
            <p:ph idx="2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7" name="Google Shape;237;p23"/>
          <p:cNvSpPr txBox="1"/>
          <p:nvPr>
            <p:ph idx="2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image grid and body text">
  <p:cSld name="CUSTOM_2">
    <p:bg>
      <p:bgPr>
        <a:solidFill>
          <a:schemeClr val="lt1"/>
        </a:solidFill>
      </p:bgPr>
    </p:bg>
    <p:spTree>
      <p:nvGrpSpPr>
        <p:cNvPr id="238" name="Shape 238"/>
        <p:cNvGrpSpPr/>
        <p:nvPr/>
      </p:nvGrpSpPr>
      <p:grpSpPr>
        <a:xfrm>
          <a:off x="0" y="0"/>
          <a:ext cx="0" cy="0"/>
          <a:chOff x="0" y="0"/>
          <a:chExt cx="0" cy="0"/>
        </a:xfrm>
      </p:grpSpPr>
      <p:sp>
        <p:nvSpPr>
          <p:cNvPr id="239" name="Google Shape;239;p24"/>
          <p:cNvSpPr/>
          <p:nvPr>
            <p:ph idx="2" type="pic"/>
          </p:nvPr>
        </p:nvSpPr>
        <p:spPr>
          <a:xfrm>
            <a:off x="3186000" y="3242875"/>
            <a:ext cx="2798100" cy="1440600"/>
          </a:xfrm>
          <a:prstGeom prst="rect">
            <a:avLst/>
          </a:prstGeom>
          <a:noFill/>
          <a:ln>
            <a:noFill/>
          </a:ln>
        </p:spPr>
      </p:sp>
      <p:sp>
        <p:nvSpPr>
          <p:cNvPr id="240" name="Google Shape;240;p24"/>
          <p:cNvSpPr/>
          <p:nvPr>
            <p:ph idx="3" type="pic"/>
          </p:nvPr>
        </p:nvSpPr>
        <p:spPr>
          <a:xfrm>
            <a:off x="5984100" y="3242875"/>
            <a:ext cx="1440600" cy="1440600"/>
          </a:xfrm>
          <a:prstGeom prst="rect">
            <a:avLst/>
          </a:prstGeom>
          <a:noFill/>
          <a:ln>
            <a:noFill/>
          </a:ln>
        </p:spPr>
      </p:sp>
      <p:sp>
        <p:nvSpPr>
          <p:cNvPr id="241" name="Google Shape;241;p24"/>
          <p:cNvSpPr/>
          <p:nvPr>
            <p:ph idx="4" type="pic"/>
          </p:nvPr>
        </p:nvSpPr>
        <p:spPr>
          <a:xfrm>
            <a:off x="7412150" y="1440350"/>
            <a:ext cx="1441500" cy="3243000"/>
          </a:xfrm>
          <a:prstGeom prst="rect">
            <a:avLst/>
          </a:prstGeom>
          <a:noFill/>
          <a:ln>
            <a:noFill/>
          </a:ln>
        </p:spPr>
      </p:sp>
      <p:sp>
        <p:nvSpPr>
          <p:cNvPr id="242" name="Google Shape;242;p24"/>
          <p:cNvSpPr/>
          <p:nvPr>
            <p:ph idx="5" type="pic"/>
          </p:nvPr>
        </p:nvSpPr>
        <p:spPr>
          <a:xfrm>
            <a:off x="7412150" y="0"/>
            <a:ext cx="1441500" cy="1440600"/>
          </a:xfrm>
          <a:prstGeom prst="rect">
            <a:avLst/>
          </a:prstGeom>
          <a:noFill/>
          <a:ln>
            <a:noFill/>
          </a:ln>
        </p:spPr>
      </p:sp>
      <p:sp>
        <p:nvSpPr>
          <p:cNvPr id="243" name="Google Shape;243;p24"/>
          <p:cNvSpPr/>
          <p:nvPr>
            <p:ph idx="6" type="pic"/>
          </p:nvPr>
        </p:nvSpPr>
        <p:spPr>
          <a:xfrm>
            <a:off x="3184850" y="0"/>
            <a:ext cx="4227300" cy="3243000"/>
          </a:xfrm>
          <a:prstGeom prst="rect">
            <a:avLst/>
          </a:prstGeom>
          <a:noFill/>
          <a:ln>
            <a:noFill/>
          </a:ln>
        </p:spPr>
      </p:sp>
      <p:sp>
        <p:nvSpPr>
          <p:cNvPr id="244" name="Google Shape;244;p24"/>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245" name="Google Shape;245;p24"/>
          <p:cNvSpPr txBox="1"/>
          <p:nvPr>
            <p:ph idx="7"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246" name="Google Shape;246;p24"/>
          <p:cNvSpPr txBox="1"/>
          <p:nvPr>
            <p:ph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47" name="Google Shape;247;p24"/>
          <p:cNvSpPr txBox="1"/>
          <p:nvPr>
            <p:ph idx="8"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48" name="Google Shape;248;p24"/>
          <p:cNvSpPr txBox="1"/>
          <p:nvPr>
            <p:ph idx="9" type="title"/>
          </p:nvPr>
        </p:nvSpPr>
        <p:spPr>
          <a:xfrm>
            <a:off x="283850" y="285900"/>
            <a:ext cx="2773200" cy="8163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000">
                <a:solidFill>
                  <a:schemeClr val="dk1"/>
                </a:solidFill>
              </a:defRPr>
            </a:lvl1pPr>
            <a:lvl2pPr lvl="1">
              <a:lnSpc>
                <a:spcPct val="85000"/>
              </a:lnSpc>
              <a:spcBef>
                <a:spcPts val="0"/>
              </a:spcBef>
              <a:spcAft>
                <a:spcPts val="0"/>
              </a:spcAft>
              <a:buNone/>
              <a:defRPr sz="3000">
                <a:solidFill>
                  <a:schemeClr val="dk1"/>
                </a:solidFill>
              </a:defRPr>
            </a:lvl2pPr>
            <a:lvl3pPr lvl="2">
              <a:lnSpc>
                <a:spcPct val="85000"/>
              </a:lnSpc>
              <a:spcBef>
                <a:spcPts val="0"/>
              </a:spcBef>
              <a:spcAft>
                <a:spcPts val="0"/>
              </a:spcAft>
              <a:buNone/>
              <a:defRPr sz="3000">
                <a:solidFill>
                  <a:schemeClr val="dk1"/>
                </a:solidFill>
              </a:defRPr>
            </a:lvl3pPr>
            <a:lvl4pPr lvl="3">
              <a:lnSpc>
                <a:spcPct val="85000"/>
              </a:lnSpc>
              <a:spcBef>
                <a:spcPts val="0"/>
              </a:spcBef>
              <a:spcAft>
                <a:spcPts val="0"/>
              </a:spcAft>
              <a:buNone/>
              <a:defRPr sz="3000">
                <a:solidFill>
                  <a:schemeClr val="dk1"/>
                </a:solidFill>
              </a:defRPr>
            </a:lvl4pPr>
            <a:lvl5pPr lvl="4">
              <a:lnSpc>
                <a:spcPct val="85000"/>
              </a:lnSpc>
              <a:spcBef>
                <a:spcPts val="0"/>
              </a:spcBef>
              <a:spcAft>
                <a:spcPts val="0"/>
              </a:spcAft>
              <a:buNone/>
              <a:defRPr sz="3000">
                <a:solidFill>
                  <a:schemeClr val="dk1"/>
                </a:solidFill>
              </a:defRPr>
            </a:lvl5pPr>
            <a:lvl6pPr lvl="5">
              <a:lnSpc>
                <a:spcPct val="85000"/>
              </a:lnSpc>
              <a:spcBef>
                <a:spcPts val="0"/>
              </a:spcBef>
              <a:spcAft>
                <a:spcPts val="0"/>
              </a:spcAft>
              <a:buNone/>
              <a:defRPr sz="3000">
                <a:solidFill>
                  <a:schemeClr val="dk1"/>
                </a:solidFill>
              </a:defRPr>
            </a:lvl6pPr>
            <a:lvl7pPr lvl="6">
              <a:lnSpc>
                <a:spcPct val="85000"/>
              </a:lnSpc>
              <a:spcBef>
                <a:spcPts val="0"/>
              </a:spcBef>
              <a:spcAft>
                <a:spcPts val="0"/>
              </a:spcAft>
              <a:buNone/>
              <a:defRPr sz="3000">
                <a:solidFill>
                  <a:schemeClr val="dk1"/>
                </a:solidFill>
              </a:defRPr>
            </a:lvl7pPr>
            <a:lvl8pPr lvl="7">
              <a:lnSpc>
                <a:spcPct val="85000"/>
              </a:lnSpc>
              <a:spcBef>
                <a:spcPts val="0"/>
              </a:spcBef>
              <a:spcAft>
                <a:spcPts val="0"/>
              </a:spcAft>
              <a:buNone/>
              <a:defRPr sz="3000">
                <a:solidFill>
                  <a:schemeClr val="dk1"/>
                </a:solidFill>
              </a:defRPr>
            </a:lvl8pPr>
            <a:lvl9pPr lvl="8">
              <a:lnSpc>
                <a:spcPct val="85000"/>
              </a:lnSpc>
              <a:spcBef>
                <a:spcPts val="0"/>
              </a:spcBef>
              <a:spcAft>
                <a:spcPts val="0"/>
              </a:spcAft>
              <a:buNone/>
              <a:defRPr sz="3000">
                <a:solidFill>
                  <a:schemeClr val="dk1"/>
                </a:solidFill>
              </a:defRPr>
            </a:lvl9pPr>
          </a:lstStyle>
          <a:p/>
        </p:txBody>
      </p:sp>
      <p:sp>
        <p:nvSpPr>
          <p:cNvPr id="249" name="Google Shape;249;p24"/>
          <p:cNvSpPr txBox="1"/>
          <p:nvPr>
            <p:ph idx="1" type="body"/>
          </p:nvPr>
        </p:nvSpPr>
        <p:spPr>
          <a:xfrm>
            <a:off x="283850" y="2636275"/>
            <a:ext cx="2767200" cy="20463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BLANK_4">
    <p:bg>
      <p:bgPr>
        <a:solidFill>
          <a:schemeClr val="accent1"/>
        </a:solidFill>
      </p:bgPr>
    </p:bg>
    <p:spTree>
      <p:nvGrpSpPr>
        <p:cNvPr id="250" name="Shape 250"/>
        <p:cNvGrpSpPr/>
        <p:nvPr/>
      </p:nvGrpSpPr>
      <p:grpSpPr>
        <a:xfrm>
          <a:off x="0" y="0"/>
          <a:ext cx="0" cy="0"/>
          <a:chOff x="0" y="0"/>
          <a:chExt cx="0" cy="0"/>
        </a:xfrm>
      </p:grpSpPr>
      <p:sp>
        <p:nvSpPr>
          <p:cNvPr id="251" name="Google Shape;251;p25"/>
          <p:cNvSpPr/>
          <p:nvPr/>
        </p:nvSpPr>
        <p:spPr>
          <a:xfrm>
            <a:off x="5283375" y="285900"/>
            <a:ext cx="3573485" cy="3573485"/>
          </a:xfrm>
          <a:custGeom>
            <a:rect b="b" l="l" r="r" t="t"/>
            <a:pathLst>
              <a:path extrusionOk="0" h="32645" w="32645">
                <a:moveTo>
                  <a:pt x="2512" y="0"/>
                </a:moveTo>
                <a:lnTo>
                  <a:pt x="2512" y="5023"/>
                </a:lnTo>
                <a:lnTo>
                  <a:pt x="24107" y="5023"/>
                </a:lnTo>
                <a:lnTo>
                  <a:pt x="1" y="29129"/>
                </a:lnTo>
                <a:lnTo>
                  <a:pt x="3516" y="32644"/>
                </a:lnTo>
                <a:lnTo>
                  <a:pt x="27623" y="8538"/>
                </a:lnTo>
                <a:lnTo>
                  <a:pt x="27623" y="30133"/>
                </a:lnTo>
                <a:lnTo>
                  <a:pt x="32645" y="30133"/>
                </a:lnTo>
                <a:lnTo>
                  <a:pt x="3264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latin typeface="Inter"/>
              <a:ea typeface="Inter"/>
              <a:cs typeface="Inter"/>
              <a:sym typeface="Inter"/>
            </a:endParaRPr>
          </a:p>
        </p:txBody>
      </p:sp>
      <p:sp>
        <p:nvSpPr>
          <p:cNvPr id="252" name="Google Shape;252;p25"/>
          <p:cNvSpPr txBox="1"/>
          <p:nvPr>
            <p:ph type="title"/>
          </p:nvPr>
        </p:nvSpPr>
        <p:spPr>
          <a:xfrm>
            <a:off x="283850" y="224410"/>
            <a:ext cx="6683700" cy="1236900"/>
          </a:xfrm>
          <a:prstGeom prst="rect">
            <a:avLst/>
          </a:prstGeom>
        </p:spPr>
        <p:txBody>
          <a:bodyPr anchorCtr="0" anchor="t" bIns="91425" lIns="0" spcFirstLastPara="1" rIns="91425" wrap="square" tIns="91425">
            <a:noAutofit/>
          </a:bodyPr>
          <a:lstStyle>
            <a:lvl1pPr lvl="0">
              <a:lnSpc>
                <a:spcPct val="70000"/>
              </a:lnSpc>
              <a:spcBef>
                <a:spcPts val="0"/>
              </a:spcBef>
              <a:spcAft>
                <a:spcPts val="0"/>
              </a:spcAft>
              <a:buNone/>
              <a:defRPr sz="6000"/>
            </a:lvl1pPr>
            <a:lvl2pPr lvl="1">
              <a:lnSpc>
                <a:spcPct val="70000"/>
              </a:lnSpc>
              <a:spcBef>
                <a:spcPts val="0"/>
              </a:spcBef>
              <a:spcAft>
                <a:spcPts val="0"/>
              </a:spcAft>
              <a:buNone/>
              <a:defRPr sz="6000"/>
            </a:lvl2pPr>
            <a:lvl3pPr lvl="2">
              <a:lnSpc>
                <a:spcPct val="70000"/>
              </a:lnSpc>
              <a:spcBef>
                <a:spcPts val="0"/>
              </a:spcBef>
              <a:spcAft>
                <a:spcPts val="0"/>
              </a:spcAft>
              <a:buNone/>
              <a:defRPr sz="6000"/>
            </a:lvl3pPr>
            <a:lvl4pPr lvl="3">
              <a:lnSpc>
                <a:spcPct val="70000"/>
              </a:lnSpc>
              <a:spcBef>
                <a:spcPts val="0"/>
              </a:spcBef>
              <a:spcAft>
                <a:spcPts val="0"/>
              </a:spcAft>
              <a:buNone/>
              <a:defRPr sz="6000"/>
            </a:lvl4pPr>
            <a:lvl5pPr lvl="4">
              <a:lnSpc>
                <a:spcPct val="70000"/>
              </a:lnSpc>
              <a:spcBef>
                <a:spcPts val="0"/>
              </a:spcBef>
              <a:spcAft>
                <a:spcPts val="0"/>
              </a:spcAft>
              <a:buNone/>
              <a:defRPr sz="6000"/>
            </a:lvl5pPr>
            <a:lvl6pPr lvl="5">
              <a:lnSpc>
                <a:spcPct val="70000"/>
              </a:lnSpc>
              <a:spcBef>
                <a:spcPts val="0"/>
              </a:spcBef>
              <a:spcAft>
                <a:spcPts val="0"/>
              </a:spcAft>
              <a:buNone/>
              <a:defRPr sz="6000"/>
            </a:lvl6pPr>
            <a:lvl7pPr lvl="6">
              <a:lnSpc>
                <a:spcPct val="70000"/>
              </a:lnSpc>
              <a:spcBef>
                <a:spcPts val="0"/>
              </a:spcBef>
              <a:spcAft>
                <a:spcPts val="0"/>
              </a:spcAft>
              <a:buNone/>
              <a:defRPr sz="6000"/>
            </a:lvl7pPr>
            <a:lvl8pPr lvl="7">
              <a:lnSpc>
                <a:spcPct val="70000"/>
              </a:lnSpc>
              <a:spcBef>
                <a:spcPts val="0"/>
              </a:spcBef>
              <a:spcAft>
                <a:spcPts val="0"/>
              </a:spcAft>
              <a:buNone/>
              <a:defRPr sz="6000"/>
            </a:lvl8pPr>
            <a:lvl9pPr lvl="8">
              <a:lnSpc>
                <a:spcPct val="70000"/>
              </a:lnSpc>
              <a:spcBef>
                <a:spcPts val="0"/>
              </a:spcBef>
              <a:spcAft>
                <a:spcPts val="0"/>
              </a:spcAft>
              <a:buNone/>
              <a:defRPr sz="6000"/>
            </a:lvl9pPr>
          </a:lstStyle>
          <a:p/>
        </p:txBody>
      </p:sp>
      <p:sp>
        <p:nvSpPr>
          <p:cNvPr id="253" name="Google Shape;253;p25"/>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54" name="Google Shape;254;p25"/>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5" name="Google Shape;255;p25"/>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6" name="Google Shape;256;p25"/>
          <p:cNvSpPr txBox="1"/>
          <p:nvPr>
            <p:ph idx="4" type="title"/>
          </p:nvPr>
        </p:nvSpPr>
        <p:spPr>
          <a:xfrm>
            <a:off x="288625" y="4778975"/>
            <a:ext cx="4227300" cy="76200"/>
          </a:xfrm>
          <a:prstGeom prst="rect">
            <a:avLst/>
          </a:prstGeom>
        </p:spPr>
        <p:txBody>
          <a:bodyPr anchorCtr="0" anchor="ctr" bIns="0" lIns="0" spcFirstLastPara="1" rIns="0" wrap="square" tIns="0">
            <a:spAutoFit/>
          </a:bodyPr>
          <a:lstStyle>
            <a:lvl1pPr lvl="0">
              <a:spcBef>
                <a:spcPts val="0"/>
              </a:spcBef>
              <a:spcAft>
                <a:spcPts val="0"/>
              </a:spcAft>
              <a:buClr>
                <a:schemeClr val="lt1"/>
              </a:buClr>
              <a:buSzPts val="600"/>
              <a:buFont typeface="Inter"/>
              <a:buNone/>
              <a:defRPr sz="600"/>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57" name="Shape 257"/>
        <p:cNvGrpSpPr/>
        <p:nvPr/>
      </p:nvGrpSpPr>
      <p:grpSpPr>
        <a:xfrm>
          <a:off x="0" y="0"/>
          <a:ext cx="0" cy="0"/>
          <a:chOff x="0" y="0"/>
          <a:chExt cx="0" cy="0"/>
        </a:xfrm>
      </p:grpSpPr>
      <p:sp>
        <p:nvSpPr>
          <p:cNvPr id="258" name="Google Shape;258;p26"/>
          <p:cNvSpPr txBox="1"/>
          <p:nvPr>
            <p:ph type="ctrTitle"/>
          </p:nvPr>
        </p:nvSpPr>
        <p:spPr>
          <a:xfrm>
            <a:off x="311708" y="744575"/>
            <a:ext cx="8520600" cy="2052600"/>
          </a:xfrm>
          <a:prstGeom prst="rect">
            <a:avLst/>
          </a:prstGeom>
        </p:spPr>
        <p:txBody>
          <a:bodyPr anchorCtr="0" anchor="b" bIns="0" lIns="0" spcFirstLastPara="1" rIns="0" wrap="square" tIns="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259" name="Google Shape;259;p26"/>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260" name="Shape 260"/>
        <p:cNvGrpSpPr/>
        <p:nvPr/>
      </p:nvGrpSpPr>
      <p:grpSpPr>
        <a:xfrm>
          <a:off x="0" y="0"/>
          <a:ext cx="0" cy="0"/>
          <a:chOff x="0" y="0"/>
          <a:chExt cx="0" cy="0"/>
        </a:xfrm>
      </p:grpSpPr>
      <p:sp>
        <p:nvSpPr>
          <p:cNvPr id="261" name="Google Shape;261;p27"/>
          <p:cNvSpPr txBox="1"/>
          <p:nvPr>
            <p:ph type="title"/>
          </p:nvPr>
        </p:nvSpPr>
        <p:spPr>
          <a:xfrm>
            <a:off x="311700" y="2150850"/>
            <a:ext cx="8520600" cy="841800"/>
          </a:xfrm>
          <a:prstGeom prst="rect">
            <a:avLst/>
          </a:prstGeom>
        </p:spPr>
        <p:txBody>
          <a:bodyPr anchorCtr="0" anchor="ctr" bIns="0" lIns="0" spcFirstLastPara="1" rIns="0" wrap="square" tIns="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262" name="Shape 262"/>
        <p:cNvGrpSpPr/>
        <p:nvPr/>
      </p:nvGrpSpPr>
      <p:grpSpPr>
        <a:xfrm>
          <a:off x="0" y="0"/>
          <a:ext cx="0" cy="0"/>
          <a:chOff x="0" y="0"/>
          <a:chExt cx="0" cy="0"/>
        </a:xfrm>
      </p:grpSpPr>
      <p:sp>
        <p:nvSpPr>
          <p:cNvPr id="263" name="Google Shape;263;p28"/>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4" name="Google Shape;264;p2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265" name="Shape 265"/>
        <p:cNvGrpSpPr/>
        <p:nvPr/>
      </p:nvGrpSpPr>
      <p:grpSpPr>
        <a:xfrm>
          <a:off x="0" y="0"/>
          <a:ext cx="0" cy="0"/>
          <a:chOff x="0" y="0"/>
          <a:chExt cx="0" cy="0"/>
        </a:xfrm>
      </p:grpSpPr>
      <p:sp>
        <p:nvSpPr>
          <p:cNvPr id="266" name="Google Shape;266;p29"/>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7" name="Google Shape;267;p29"/>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68" name="Google Shape;268;p29"/>
          <p:cNvSpPr txBox="1"/>
          <p:nvPr>
            <p:ph idx="2" type="body"/>
          </p:nvPr>
        </p:nvSpPr>
        <p:spPr>
          <a:xfrm>
            <a:off x="4832400" y="1152475"/>
            <a:ext cx="3999900" cy="3416400"/>
          </a:xfrm>
          <a:prstGeom prst="rect">
            <a:avLst/>
          </a:prstGeom>
        </p:spPr>
        <p:txBody>
          <a:bodyPr anchorCtr="0" anchor="t" bIns="0" lIns="0" spcFirstLastPara="1" rIns="0" wrap="square" tIns="0">
            <a:sp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269" name="Shape 269"/>
        <p:cNvGrpSpPr/>
        <p:nvPr/>
      </p:nvGrpSpPr>
      <p:grpSpPr>
        <a:xfrm>
          <a:off x="0" y="0"/>
          <a:ext cx="0" cy="0"/>
          <a:chOff x="0" y="0"/>
          <a:chExt cx="0" cy="0"/>
        </a:xfrm>
      </p:grpSpPr>
      <p:sp>
        <p:nvSpPr>
          <p:cNvPr id="270" name="Google Shape;270;p30"/>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271" name="Shape 271"/>
        <p:cNvGrpSpPr/>
        <p:nvPr/>
      </p:nvGrpSpPr>
      <p:grpSpPr>
        <a:xfrm>
          <a:off x="0" y="0"/>
          <a:ext cx="0" cy="0"/>
          <a:chOff x="0" y="0"/>
          <a:chExt cx="0" cy="0"/>
        </a:xfrm>
      </p:grpSpPr>
      <p:sp>
        <p:nvSpPr>
          <p:cNvPr id="272" name="Google Shape;272;p31"/>
          <p:cNvSpPr txBox="1"/>
          <p:nvPr>
            <p:ph type="title"/>
          </p:nvPr>
        </p:nvSpPr>
        <p:spPr>
          <a:xfrm>
            <a:off x="311700" y="555600"/>
            <a:ext cx="2808000" cy="755700"/>
          </a:xfrm>
          <a:prstGeom prst="rect">
            <a:avLst/>
          </a:prstGeom>
        </p:spPr>
        <p:txBody>
          <a:bodyPr anchorCtr="0" anchor="b" bIns="0" lIns="0" spcFirstLastPara="1" rIns="0" wrap="square" tIns="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273" name="Google Shape;273;p31"/>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274" name="Shape 274"/>
        <p:cNvGrpSpPr/>
        <p:nvPr/>
      </p:nvGrpSpPr>
      <p:grpSpPr>
        <a:xfrm>
          <a:off x="0" y="0"/>
          <a:ext cx="0" cy="0"/>
          <a:chOff x="0" y="0"/>
          <a:chExt cx="0" cy="0"/>
        </a:xfrm>
      </p:grpSpPr>
      <p:sp>
        <p:nvSpPr>
          <p:cNvPr id="275" name="Google Shape;275;p32"/>
          <p:cNvSpPr txBox="1"/>
          <p:nvPr>
            <p:ph type="title"/>
          </p:nvPr>
        </p:nvSpPr>
        <p:spPr>
          <a:xfrm>
            <a:off x="490250" y="450150"/>
            <a:ext cx="6367800" cy="4090800"/>
          </a:xfrm>
          <a:prstGeom prst="rect">
            <a:avLst/>
          </a:prstGeom>
        </p:spPr>
        <p:txBody>
          <a:bodyPr anchorCtr="0" anchor="ctr" bIns="0" lIns="0" spcFirstLastPara="1" rIns="0" wrap="square" tIns="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276" name="Shape 276"/>
        <p:cNvGrpSpPr/>
        <p:nvPr/>
      </p:nvGrpSpPr>
      <p:grpSpPr>
        <a:xfrm>
          <a:off x="0" y="0"/>
          <a:ext cx="0" cy="0"/>
          <a:chOff x="0" y="0"/>
          <a:chExt cx="0" cy="0"/>
        </a:xfrm>
      </p:grpSpPr>
      <p:sp>
        <p:nvSpPr>
          <p:cNvPr id="277" name="Google Shape;277;p33"/>
          <p:cNvSpPr txBox="1"/>
          <p:nvPr>
            <p:ph type="title"/>
          </p:nvPr>
        </p:nvSpPr>
        <p:spPr>
          <a:xfrm>
            <a:off x="265500" y="1233175"/>
            <a:ext cx="4045200" cy="1482300"/>
          </a:xfrm>
          <a:prstGeom prst="rect">
            <a:avLst/>
          </a:prstGeom>
        </p:spPr>
        <p:txBody>
          <a:bodyPr anchorCtr="0" anchor="b" bIns="0" lIns="0" spcFirstLastPara="1" rIns="0" wrap="square" tIns="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278" name="Google Shape;278;p33"/>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279" name="Google Shape;279;p33"/>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280" name="Shape 280"/>
        <p:cNvGrpSpPr/>
        <p:nvPr/>
      </p:nvGrpSpPr>
      <p:grpSpPr>
        <a:xfrm>
          <a:off x="0" y="0"/>
          <a:ext cx="0" cy="0"/>
          <a:chOff x="0" y="0"/>
          <a:chExt cx="0" cy="0"/>
        </a:xfrm>
      </p:grpSpPr>
      <p:sp>
        <p:nvSpPr>
          <p:cNvPr id="281" name="Google Shape;281;p34"/>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282" name="Shape 282"/>
        <p:cNvGrpSpPr/>
        <p:nvPr/>
      </p:nvGrpSpPr>
      <p:grpSpPr>
        <a:xfrm>
          <a:off x="0" y="0"/>
          <a:ext cx="0" cy="0"/>
          <a:chOff x="0" y="0"/>
          <a:chExt cx="0" cy="0"/>
        </a:xfrm>
      </p:grpSpPr>
      <p:sp>
        <p:nvSpPr>
          <p:cNvPr id="283" name="Google Shape;283;p35"/>
          <p:cNvSpPr txBox="1"/>
          <p:nvPr>
            <p:ph hasCustomPrompt="1" type="title"/>
          </p:nvPr>
        </p:nvSpPr>
        <p:spPr>
          <a:xfrm>
            <a:off x="311700" y="1106125"/>
            <a:ext cx="8520600" cy="1963500"/>
          </a:xfrm>
          <a:prstGeom prst="rect">
            <a:avLst/>
          </a:prstGeom>
        </p:spPr>
        <p:txBody>
          <a:bodyPr anchorCtr="0" anchor="b" bIns="0" lIns="0" spcFirstLastPara="1" rIns="0" wrap="square" tIns="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284" name="Google Shape;284;p35"/>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285" name="Shape 285"/>
        <p:cNvGrpSpPr/>
        <p:nvPr/>
      </p:nvGrpSpPr>
      <p:grpSpPr>
        <a:xfrm>
          <a:off x="0" y="0"/>
          <a:ext cx="0" cy="0"/>
          <a:chOff x="0" y="0"/>
          <a:chExt cx="0" cy="0"/>
        </a:xfrm>
      </p:grpSpPr>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286" name="Shape 286"/>
        <p:cNvGrpSpPr/>
        <p:nvPr/>
      </p:nvGrpSpPr>
      <p:grpSpPr>
        <a:xfrm>
          <a:off x="0" y="0"/>
          <a:ext cx="0" cy="0"/>
          <a:chOff x="0" y="0"/>
          <a:chExt cx="0" cy="0"/>
        </a:xfrm>
      </p:grpSpPr>
      <p:sp>
        <p:nvSpPr>
          <p:cNvPr id="287" name="Google Shape;287;p37"/>
          <p:cNvSpPr txBox="1"/>
          <p:nvPr>
            <p:ph type="title"/>
          </p:nvPr>
        </p:nvSpPr>
        <p:spPr>
          <a:xfrm>
            <a:off x="677325" y="1832775"/>
            <a:ext cx="3217200" cy="1484100"/>
          </a:xfrm>
          <a:prstGeom prst="rect">
            <a:avLst/>
          </a:prstGeom>
        </p:spPr>
        <p:txBody>
          <a:bodyPr anchorCtr="0" anchor="ctr" bIns="0" lIns="0" spcFirstLastPara="1" rIns="0" wrap="square" tIns="0">
            <a:no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8" name="Google Shape;288;p37"/>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89" name="Google Shape;289;p37"/>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90" name="Google Shape;290;p37"/>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91" name="Google Shape;291;p37"/>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92" name="Google Shape;292;p37"/>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93" name="Google Shape;293;p37"/>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294" name="Shape 294"/>
        <p:cNvGrpSpPr/>
        <p:nvPr/>
      </p:nvGrpSpPr>
      <p:grpSpPr>
        <a:xfrm>
          <a:off x="0" y="0"/>
          <a:ext cx="0" cy="0"/>
          <a:chOff x="0" y="0"/>
          <a:chExt cx="0" cy="0"/>
        </a:xfrm>
      </p:grpSpPr>
      <p:sp>
        <p:nvSpPr>
          <p:cNvPr id="295" name="Google Shape;295;p38"/>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6" name="Google Shape;296;p38"/>
          <p:cNvSpPr txBox="1"/>
          <p:nvPr>
            <p:ph idx="1" type="body"/>
          </p:nvPr>
        </p:nvSpPr>
        <p:spPr>
          <a:xfrm>
            <a:off x="311700" y="1152475"/>
            <a:ext cx="4473900" cy="3416400"/>
          </a:xfrm>
          <a:prstGeom prst="rect">
            <a:avLst/>
          </a:prstGeom>
        </p:spPr>
        <p:txBody>
          <a:bodyPr anchorCtr="0" anchor="t" bIns="0" lIns="0" spcFirstLastPara="1" rIns="0" wrap="square" tIns="0">
            <a:sp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97" name="Google Shape;297;p38"/>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298" name="Shape 298"/>
        <p:cNvGrpSpPr/>
        <p:nvPr/>
      </p:nvGrpSpPr>
      <p:grpSpPr>
        <a:xfrm>
          <a:off x="0" y="0"/>
          <a:ext cx="0" cy="0"/>
          <a:chOff x="0" y="0"/>
          <a:chExt cx="0" cy="0"/>
        </a:xfrm>
      </p:grpSpPr>
      <p:sp>
        <p:nvSpPr>
          <p:cNvPr id="299" name="Google Shape;299;p39"/>
          <p:cNvSpPr txBox="1"/>
          <p:nvPr>
            <p:ph type="title"/>
          </p:nvPr>
        </p:nvSpPr>
        <p:spPr>
          <a:xfrm>
            <a:off x="483175" y="450025"/>
            <a:ext cx="8184600" cy="758100"/>
          </a:xfrm>
          <a:prstGeom prst="rect">
            <a:avLst/>
          </a:prstGeom>
        </p:spPr>
        <p:txBody>
          <a:bodyPr anchorCtr="0" anchor="ctr" bIns="0" lIns="0" spcFirstLastPara="1" rIns="0" wrap="square" tIns="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00" name="Google Shape;300;p39"/>
          <p:cNvSpPr txBox="1"/>
          <p:nvPr>
            <p:ph idx="1" type="body"/>
          </p:nvPr>
        </p:nvSpPr>
        <p:spPr>
          <a:xfrm>
            <a:off x="483150" y="2237788"/>
            <a:ext cx="3619800" cy="2373600"/>
          </a:xfrm>
          <a:prstGeom prst="rect">
            <a:avLst/>
          </a:prstGeom>
        </p:spPr>
        <p:txBody>
          <a:bodyPr anchorCtr="0" anchor="t" bIns="0" lIns="0" spcFirstLastPara="1" rIns="0" wrap="square" tIns="0">
            <a:sp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01" name="Google Shape;301;p39"/>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02" name="Google Shape;302;p39"/>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03" name="Google Shape;303;p39"/>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304" name="Shape 304"/>
        <p:cNvGrpSpPr/>
        <p:nvPr/>
      </p:nvGrpSpPr>
      <p:grpSpPr>
        <a:xfrm>
          <a:off x="0" y="0"/>
          <a:ext cx="0" cy="0"/>
          <a:chOff x="0" y="0"/>
          <a:chExt cx="0" cy="0"/>
        </a:xfrm>
      </p:grpSpPr>
      <p:sp>
        <p:nvSpPr>
          <p:cNvPr id="305" name="Google Shape;305;p40"/>
          <p:cNvSpPr txBox="1"/>
          <p:nvPr>
            <p:ph idx="1" type="body"/>
          </p:nvPr>
        </p:nvSpPr>
        <p:spPr>
          <a:xfrm>
            <a:off x="483175" y="2417500"/>
            <a:ext cx="2455500" cy="2373600"/>
          </a:xfrm>
          <a:prstGeom prst="rect">
            <a:avLst/>
          </a:prstGeom>
        </p:spPr>
        <p:txBody>
          <a:bodyPr anchorCtr="0" anchor="t" bIns="0" lIns="0" spcFirstLastPara="1" rIns="0" wrap="square" tIns="0">
            <a:sp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06" name="Google Shape;306;p40"/>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07" name="Google Shape;307;p40"/>
          <p:cNvSpPr txBox="1"/>
          <p:nvPr>
            <p:ph type="title"/>
          </p:nvPr>
        </p:nvSpPr>
        <p:spPr>
          <a:xfrm>
            <a:off x="483175" y="450025"/>
            <a:ext cx="8184600" cy="758100"/>
          </a:xfrm>
          <a:prstGeom prst="rect">
            <a:avLst/>
          </a:prstGeom>
        </p:spPr>
        <p:txBody>
          <a:bodyPr anchorCtr="0" anchor="ctr" bIns="0" lIns="0" spcFirstLastPara="1" rIns="0" wrap="square" tIns="0">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308" name="Google Shape;308;p40"/>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09" name="Google Shape;309;p40"/>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10" name="Google Shape;310;p40"/>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11" name="Google Shape;311;p40"/>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312" name="Shape 312"/>
        <p:cNvGrpSpPr/>
        <p:nvPr/>
      </p:nvGrpSpPr>
      <p:grpSpPr>
        <a:xfrm>
          <a:off x="0" y="0"/>
          <a:ext cx="0" cy="0"/>
          <a:chOff x="0" y="0"/>
          <a:chExt cx="0" cy="0"/>
        </a:xfrm>
      </p:grpSpPr>
      <p:sp>
        <p:nvSpPr>
          <p:cNvPr id="313" name="Google Shape;313;p41"/>
          <p:cNvSpPr txBox="1"/>
          <p:nvPr>
            <p:ph idx="1" type="body"/>
          </p:nvPr>
        </p:nvSpPr>
        <p:spPr>
          <a:xfrm>
            <a:off x="366725" y="1759093"/>
            <a:ext cx="3838500" cy="1138500"/>
          </a:xfrm>
          <a:prstGeom prst="rect">
            <a:avLst/>
          </a:prstGeom>
        </p:spPr>
        <p:txBody>
          <a:bodyPr anchorCtr="0" anchor="t" bIns="0" lIns="0" spcFirstLastPara="1" rIns="0" wrap="square" tIns="0">
            <a:sp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14" name="Google Shape;314;p41"/>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15" name="Google Shape;315;p41"/>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16" name="Google Shape;316;p41"/>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17" name="Google Shape;317;p41"/>
          <p:cNvSpPr txBox="1"/>
          <p:nvPr>
            <p:ph type="title"/>
          </p:nvPr>
        </p:nvSpPr>
        <p:spPr>
          <a:xfrm>
            <a:off x="366750" y="450025"/>
            <a:ext cx="8184600" cy="758100"/>
          </a:xfrm>
          <a:prstGeom prst="rect">
            <a:avLst/>
          </a:prstGeom>
        </p:spPr>
        <p:txBody>
          <a:bodyPr anchorCtr="0" anchor="ctr" bIns="0" lIns="0" spcFirstLastPara="1" rIns="0" wrap="square" tIns="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18" name="Google Shape;318;p41"/>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19" name="Google Shape;319;p41"/>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20" name="Google Shape;320;p41"/>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21" name="Google Shape;321;p41"/>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322" name="Shape 322"/>
        <p:cNvGrpSpPr/>
        <p:nvPr/>
      </p:nvGrpSpPr>
      <p:grpSpPr>
        <a:xfrm>
          <a:off x="0" y="0"/>
          <a:ext cx="0" cy="0"/>
          <a:chOff x="0" y="0"/>
          <a:chExt cx="0" cy="0"/>
        </a:xfrm>
      </p:grpSpPr>
      <p:sp>
        <p:nvSpPr>
          <p:cNvPr id="323" name="Google Shape;323;p42"/>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4" name="Google Shape;324;p42"/>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325" name="Shape 325"/>
        <p:cNvGrpSpPr/>
        <p:nvPr/>
      </p:nvGrpSpPr>
      <p:grpSpPr>
        <a:xfrm>
          <a:off x="0" y="0"/>
          <a:ext cx="0" cy="0"/>
          <a:chOff x="0" y="0"/>
          <a:chExt cx="0" cy="0"/>
        </a:xfrm>
      </p:grpSpPr>
      <p:sp>
        <p:nvSpPr>
          <p:cNvPr id="326" name="Google Shape;326;p43"/>
          <p:cNvSpPr txBox="1"/>
          <p:nvPr>
            <p:ph idx="1" type="body"/>
          </p:nvPr>
        </p:nvSpPr>
        <p:spPr>
          <a:xfrm>
            <a:off x="311700" y="4080225"/>
            <a:ext cx="4027500" cy="926100"/>
          </a:xfrm>
          <a:prstGeom prst="rect">
            <a:avLst/>
          </a:prstGeom>
        </p:spPr>
        <p:txBody>
          <a:bodyPr anchorCtr="0" anchor="t" bIns="0" lIns="0" spcFirstLastPara="1" rIns="0" wrap="square" tIns="0">
            <a:sp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27" name="Google Shape;327;p43"/>
          <p:cNvSpPr/>
          <p:nvPr>
            <p:ph idx="2" type="pic"/>
          </p:nvPr>
        </p:nvSpPr>
        <p:spPr>
          <a:xfrm>
            <a:off x="4804825" y="1133300"/>
            <a:ext cx="4027500" cy="2392800"/>
          </a:xfrm>
          <a:prstGeom prst="rect">
            <a:avLst/>
          </a:prstGeom>
          <a:noFill/>
          <a:ln>
            <a:noFill/>
          </a:ln>
        </p:spPr>
      </p:sp>
      <p:sp>
        <p:nvSpPr>
          <p:cNvPr id="328" name="Google Shape;328;p43"/>
          <p:cNvSpPr/>
          <p:nvPr>
            <p:ph idx="3" type="pic"/>
          </p:nvPr>
        </p:nvSpPr>
        <p:spPr>
          <a:xfrm>
            <a:off x="311725" y="1133300"/>
            <a:ext cx="4027500" cy="2392800"/>
          </a:xfrm>
          <a:prstGeom prst="rect">
            <a:avLst/>
          </a:prstGeom>
          <a:noFill/>
          <a:ln>
            <a:noFill/>
          </a:ln>
        </p:spPr>
      </p:sp>
      <p:sp>
        <p:nvSpPr>
          <p:cNvPr id="329" name="Google Shape;329;p43"/>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30" name="Google Shape;330;p43"/>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1" name="Google Shape;331;p43"/>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32" name="Google Shape;332;p43"/>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333" name="Shape 333"/>
        <p:cNvGrpSpPr/>
        <p:nvPr/>
      </p:nvGrpSpPr>
      <p:grpSpPr>
        <a:xfrm>
          <a:off x="0" y="0"/>
          <a:ext cx="0" cy="0"/>
          <a:chOff x="0" y="0"/>
          <a:chExt cx="0" cy="0"/>
        </a:xfrm>
      </p:grpSpPr>
      <p:sp>
        <p:nvSpPr>
          <p:cNvPr id="334" name="Google Shape;334;p44"/>
          <p:cNvSpPr txBox="1"/>
          <p:nvPr>
            <p:ph idx="1" type="body"/>
          </p:nvPr>
        </p:nvSpPr>
        <p:spPr>
          <a:xfrm>
            <a:off x="311700" y="3911700"/>
            <a:ext cx="2627100" cy="1018500"/>
          </a:xfrm>
          <a:prstGeom prst="rect">
            <a:avLst/>
          </a:prstGeom>
        </p:spPr>
        <p:txBody>
          <a:bodyPr anchorCtr="0" anchor="t" bIns="0" lIns="0" spcFirstLastPara="1" rIns="0" wrap="square" tIns="0">
            <a:sp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35" name="Google Shape;335;p44"/>
          <p:cNvSpPr/>
          <p:nvPr>
            <p:ph idx="2" type="pic"/>
          </p:nvPr>
        </p:nvSpPr>
        <p:spPr>
          <a:xfrm>
            <a:off x="6205225" y="1128325"/>
            <a:ext cx="2627100" cy="2273100"/>
          </a:xfrm>
          <a:prstGeom prst="rect">
            <a:avLst/>
          </a:prstGeom>
          <a:noFill/>
          <a:ln>
            <a:noFill/>
          </a:ln>
        </p:spPr>
      </p:sp>
      <p:sp>
        <p:nvSpPr>
          <p:cNvPr id="336" name="Google Shape;336;p44"/>
          <p:cNvSpPr/>
          <p:nvPr>
            <p:ph idx="3" type="pic"/>
          </p:nvPr>
        </p:nvSpPr>
        <p:spPr>
          <a:xfrm>
            <a:off x="311725" y="1128325"/>
            <a:ext cx="2627100" cy="2273100"/>
          </a:xfrm>
          <a:prstGeom prst="rect">
            <a:avLst/>
          </a:prstGeom>
          <a:noFill/>
          <a:ln>
            <a:noFill/>
          </a:ln>
        </p:spPr>
      </p:sp>
      <p:sp>
        <p:nvSpPr>
          <p:cNvPr id="337" name="Google Shape;337;p44"/>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38" name="Google Shape;338;p44"/>
          <p:cNvSpPr/>
          <p:nvPr>
            <p:ph idx="5" type="pic"/>
          </p:nvPr>
        </p:nvSpPr>
        <p:spPr>
          <a:xfrm>
            <a:off x="3255250" y="1128325"/>
            <a:ext cx="2627100" cy="2273100"/>
          </a:xfrm>
          <a:prstGeom prst="rect">
            <a:avLst/>
          </a:prstGeom>
          <a:noFill/>
          <a:ln>
            <a:noFill/>
          </a:ln>
        </p:spPr>
      </p:sp>
      <p:sp>
        <p:nvSpPr>
          <p:cNvPr id="339" name="Google Shape;339;p44"/>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40" name="Google Shape;340;p44"/>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1" name="Google Shape;341;p44"/>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42" name="Google Shape;342;p44"/>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43" name="Google Shape;343;p44"/>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344" name="Shape 344"/>
        <p:cNvGrpSpPr/>
        <p:nvPr/>
      </p:nvGrpSpPr>
      <p:grpSpPr>
        <a:xfrm>
          <a:off x="0" y="0"/>
          <a:ext cx="0" cy="0"/>
          <a:chOff x="0" y="0"/>
          <a:chExt cx="0" cy="0"/>
        </a:xfrm>
      </p:grpSpPr>
      <p:sp>
        <p:nvSpPr>
          <p:cNvPr id="345" name="Google Shape;345;p45"/>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346" name="Shape 346"/>
        <p:cNvGrpSpPr/>
        <p:nvPr/>
      </p:nvGrpSpPr>
      <p:grpSpPr>
        <a:xfrm>
          <a:off x="0" y="0"/>
          <a:ext cx="0" cy="0"/>
          <a:chOff x="0" y="0"/>
          <a:chExt cx="0" cy="0"/>
        </a:xfrm>
      </p:grpSpPr>
      <p:sp>
        <p:nvSpPr>
          <p:cNvPr id="347" name="Google Shape;347;p46"/>
          <p:cNvSpPr/>
          <p:nvPr>
            <p:ph idx="2" type="pic"/>
          </p:nvPr>
        </p:nvSpPr>
        <p:spPr>
          <a:xfrm>
            <a:off x="3389600" y="118913"/>
            <a:ext cx="1643700" cy="1535100"/>
          </a:xfrm>
          <a:prstGeom prst="rect">
            <a:avLst/>
          </a:prstGeom>
          <a:noFill/>
          <a:ln>
            <a:noFill/>
          </a:ln>
        </p:spPr>
      </p:sp>
      <p:sp>
        <p:nvSpPr>
          <p:cNvPr id="348" name="Google Shape;348;p46"/>
          <p:cNvSpPr/>
          <p:nvPr>
            <p:ph idx="3" type="pic"/>
          </p:nvPr>
        </p:nvSpPr>
        <p:spPr>
          <a:xfrm>
            <a:off x="5195935" y="118913"/>
            <a:ext cx="1643700" cy="1535100"/>
          </a:xfrm>
          <a:prstGeom prst="rect">
            <a:avLst/>
          </a:prstGeom>
          <a:noFill/>
          <a:ln>
            <a:noFill/>
          </a:ln>
        </p:spPr>
      </p:sp>
      <p:sp>
        <p:nvSpPr>
          <p:cNvPr id="349" name="Google Shape;349;p46"/>
          <p:cNvSpPr/>
          <p:nvPr>
            <p:ph idx="4" type="pic"/>
          </p:nvPr>
        </p:nvSpPr>
        <p:spPr>
          <a:xfrm>
            <a:off x="7002270" y="118913"/>
            <a:ext cx="1643700" cy="1535100"/>
          </a:xfrm>
          <a:prstGeom prst="rect">
            <a:avLst/>
          </a:prstGeom>
          <a:noFill/>
          <a:ln>
            <a:noFill/>
          </a:ln>
        </p:spPr>
      </p:sp>
      <p:sp>
        <p:nvSpPr>
          <p:cNvPr id="350" name="Google Shape;350;p46"/>
          <p:cNvSpPr/>
          <p:nvPr>
            <p:ph idx="5" type="pic"/>
          </p:nvPr>
        </p:nvSpPr>
        <p:spPr>
          <a:xfrm>
            <a:off x="3389588" y="1804212"/>
            <a:ext cx="1643700" cy="1535100"/>
          </a:xfrm>
          <a:prstGeom prst="rect">
            <a:avLst/>
          </a:prstGeom>
          <a:noFill/>
          <a:ln>
            <a:noFill/>
          </a:ln>
        </p:spPr>
      </p:sp>
      <p:sp>
        <p:nvSpPr>
          <p:cNvPr id="351" name="Google Shape;351;p46"/>
          <p:cNvSpPr/>
          <p:nvPr>
            <p:ph idx="6" type="pic"/>
          </p:nvPr>
        </p:nvSpPr>
        <p:spPr>
          <a:xfrm>
            <a:off x="5195922" y="1804212"/>
            <a:ext cx="1643700" cy="1535100"/>
          </a:xfrm>
          <a:prstGeom prst="rect">
            <a:avLst/>
          </a:prstGeom>
          <a:noFill/>
          <a:ln>
            <a:noFill/>
          </a:ln>
        </p:spPr>
      </p:sp>
      <p:sp>
        <p:nvSpPr>
          <p:cNvPr id="352" name="Google Shape;352;p46"/>
          <p:cNvSpPr/>
          <p:nvPr>
            <p:ph idx="7" type="pic"/>
          </p:nvPr>
        </p:nvSpPr>
        <p:spPr>
          <a:xfrm>
            <a:off x="7002257" y="1804212"/>
            <a:ext cx="1643700" cy="1535100"/>
          </a:xfrm>
          <a:prstGeom prst="rect">
            <a:avLst/>
          </a:prstGeom>
          <a:noFill/>
          <a:ln>
            <a:noFill/>
          </a:ln>
        </p:spPr>
      </p:sp>
      <p:sp>
        <p:nvSpPr>
          <p:cNvPr id="353" name="Google Shape;353;p46"/>
          <p:cNvSpPr txBox="1"/>
          <p:nvPr>
            <p:ph type="title"/>
          </p:nvPr>
        </p:nvSpPr>
        <p:spPr>
          <a:xfrm>
            <a:off x="351550" y="445025"/>
            <a:ext cx="2596800" cy="1706400"/>
          </a:xfrm>
          <a:prstGeom prst="rect">
            <a:avLst/>
          </a:prstGeom>
        </p:spPr>
        <p:txBody>
          <a:bodyPr anchorCtr="0" anchor="ctr" bIns="0" lIns="0" spcFirstLastPara="1" rIns="0" wrap="square" tIns="0">
            <a:sp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4" name="Google Shape;354;p46"/>
          <p:cNvSpPr/>
          <p:nvPr>
            <p:ph idx="8" type="pic"/>
          </p:nvPr>
        </p:nvSpPr>
        <p:spPr>
          <a:xfrm>
            <a:off x="3389588" y="3489487"/>
            <a:ext cx="1643700" cy="1535100"/>
          </a:xfrm>
          <a:prstGeom prst="rect">
            <a:avLst/>
          </a:prstGeom>
          <a:noFill/>
          <a:ln>
            <a:noFill/>
          </a:ln>
        </p:spPr>
      </p:sp>
      <p:sp>
        <p:nvSpPr>
          <p:cNvPr id="355" name="Google Shape;355;p46"/>
          <p:cNvSpPr/>
          <p:nvPr>
            <p:ph idx="9" type="pic"/>
          </p:nvPr>
        </p:nvSpPr>
        <p:spPr>
          <a:xfrm>
            <a:off x="5195922" y="3489487"/>
            <a:ext cx="1643700" cy="1535100"/>
          </a:xfrm>
          <a:prstGeom prst="rect">
            <a:avLst/>
          </a:prstGeom>
          <a:noFill/>
          <a:ln>
            <a:noFill/>
          </a:ln>
        </p:spPr>
      </p:sp>
      <p:sp>
        <p:nvSpPr>
          <p:cNvPr id="356" name="Google Shape;356;p46"/>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ALT 1">
  <p:cSld name="BLANK_4">
    <p:spTree>
      <p:nvGrpSpPr>
        <p:cNvPr id="361" name="Shape 361"/>
        <p:cNvGrpSpPr/>
        <p:nvPr/>
      </p:nvGrpSpPr>
      <p:grpSpPr>
        <a:xfrm>
          <a:off x="0" y="0"/>
          <a:ext cx="0" cy="0"/>
          <a:chOff x="0" y="0"/>
          <a:chExt cx="0" cy="0"/>
        </a:xfrm>
      </p:grpSpPr>
      <p:pic>
        <p:nvPicPr>
          <p:cNvPr id="362" name="Google Shape;362;p48"/>
          <p:cNvPicPr preferRelativeResize="0"/>
          <p:nvPr/>
        </p:nvPicPr>
        <p:blipFill rotWithShape="1">
          <a:blip r:embed="rId2">
            <a:alphaModFix amt="50000"/>
          </a:blip>
          <a:srcRect b="8145" l="3133" r="7834" t="16785"/>
          <a:stretch/>
        </p:blipFill>
        <p:spPr>
          <a:xfrm flipH="1" rot="10800000">
            <a:off x="0" y="-3474"/>
            <a:ext cx="9161550" cy="5154499"/>
          </a:xfrm>
          <a:prstGeom prst="rect">
            <a:avLst/>
          </a:prstGeom>
          <a:noFill/>
          <a:ln>
            <a:noFill/>
          </a:ln>
        </p:spPr>
      </p:pic>
      <p:sp>
        <p:nvSpPr>
          <p:cNvPr id="363" name="Google Shape;363;p48"/>
          <p:cNvSpPr/>
          <p:nvPr/>
        </p:nvSpPr>
        <p:spPr>
          <a:xfrm flipH="1" rot="10800000">
            <a:off x="0" y="4676700"/>
            <a:ext cx="9149700" cy="466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64" name="Google Shape;364;p48"/>
          <p:cNvSpPr txBox="1"/>
          <p:nvPr>
            <p:ph idx="1" type="subTitle"/>
          </p:nvPr>
        </p:nvSpPr>
        <p:spPr>
          <a:xfrm>
            <a:off x="228600" y="1738950"/>
            <a:ext cx="4402800" cy="2520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600"/>
              <a:buFont typeface="Urbanist"/>
              <a:buNone/>
              <a:defRPr>
                <a:solidFill>
                  <a:schemeClr val="dk2"/>
                </a:solidFill>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365" name="Google Shape;365;p48"/>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66" name="Google Shape;366;p48"/>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67" name="Google Shape;367;p48"/>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68" name="Google Shape;368;p48"/>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69" name="Google Shape;369;p48"/>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70" name="Google Shape;370;p48"/>
          <p:cNvSpPr txBox="1"/>
          <p:nvPr>
            <p:ph type="title"/>
          </p:nvPr>
        </p:nvSpPr>
        <p:spPr>
          <a:xfrm>
            <a:off x="228600" y="228600"/>
            <a:ext cx="6658800" cy="1419000"/>
          </a:xfrm>
          <a:prstGeom prst="rect">
            <a:avLst/>
          </a:prstGeom>
        </p:spPr>
        <p:txBody>
          <a:bodyPr anchorCtr="0" anchor="t" bIns="0" lIns="0" spcFirstLastPara="1" rIns="0" wrap="square" tIns="0">
            <a:noAutofit/>
          </a:bodyPr>
          <a:lstStyle>
            <a:lvl1pPr lvl="0">
              <a:lnSpc>
                <a:spcPct val="85000"/>
              </a:lnSpc>
              <a:spcBef>
                <a:spcPts val="0"/>
              </a:spcBef>
              <a:spcAft>
                <a:spcPts val="0"/>
              </a:spcAft>
              <a:buNone/>
              <a:defRPr sz="4800">
                <a:solidFill>
                  <a:schemeClr val="dk2"/>
                </a:solidFill>
              </a:defRPr>
            </a:lvl1pPr>
            <a:lvl2pPr lvl="1">
              <a:lnSpc>
                <a:spcPct val="85000"/>
              </a:lnSpc>
              <a:spcBef>
                <a:spcPts val="0"/>
              </a:spcBef>
              <a:spcAft>
                <a:spcPts val="0"/>
              </a:spcAft>
              <a:buNone/>
              <a:defRPr sz="4800">
                <a:solidFill>
                  <a:schemeClr val="dk2"/>
                </a:solidFill>
              </a:defRPr>
            </a:lvl2pPr>
            <a:lvl3pPr lvl="2">
              <a:lnSpc>
                <a:spcPct val="85000"/>
              </a:lnSpc>
              <a:spcBef>
                <a:spcPts val="0"/>
              </a:spcBef>
              <a:spcAft>
                <a:spcPts val="0"/>
              </a:spcAft>
              <a:buNone/>
              <a:defRPr sz="4800">
                <a:solidFill>
                  <a:schemeClr val="dk2"/>
                </a:solidFill>
              </a:defRPr>
            </a:lvl3pPr>
            <a:lvl4pPr lvl="3">
              <a:lnSpc>
                <a:spcPct val="85000"/>
              </a:lnSpc>
              <a:spcBef>
                <a:spcPts val="0"/>
              </a:spcBef>
              <a:spcAft>
                <a:spcPts val="0"/>
              </a:spcAft>
              <a:buNone/>
              <a:defRPr sz="4800">
                <a:solidFill>
                  <a:schemeClr val="dk2"/>
                </a:solidFill>
              </a:defRPr>
            </a:lvl4pPr>
            <a:lvl5pPr lvl="4">
              <a:lnSpc>
                <a:spcPct val="85000"/>
              </a:lnSpc>
              <a:spcBef>
                <a:spcPts val="0"/>
              </a:spcBef>
              <a:spcAft>
                <a:spcPts val="0"/>
              </a:spcAft>
              <a:buNone/>
              <a:defRPr sz="4800">
                <a:solidFill>
                  <a:schemeClr val="dk2"/>
                </a:solidFill>
              </a:defRPr>
            </a:lvl5pPr>
            <a:lvl6pPr lvl="5">
              <a:lnSpc>
                <a:spcPct val="85000"/>
              </a:lnSpc>
              <a:spcBef>
                <a:spcPts val="0"/>
              </a:spcBef>
              <a:spcAft>
                <a:spcPts val="0"/>
              </a:spcAft>
              <a:buNone/>
              <a:defRPr sz="4800">
                <a:solidFill>
                  <a:schemeClr val="dk2"/>
                </a:solidFill>
              </a:defRPr>
            </a:lvl6pPr>
            <a:lvl7pPr lvl="6">
              <a:lnSpc>
                <a:spcPct val="85000"/>
              </a:lnSpc>
              <a:spcBef>
                <a:spcPts val="0"/>
              </a:spcBef>
              <a:spcAft>
                <a:spcPts val="0"/>
              </a:spcAft>
              <a:buNone/>
              <a:defRPr sz="4800">
                <a:solidFill>
                  <a:schemeClr val="dk2"/>
                </a:solidFill>
              </a:defRPr>
            </a:lvl7pPr>
            <a:lvl8pPr lvl="7">
              <a:lnSpc>
                <a:spcPct val="85000"/>
              </a:lnSpc>
              <a:spcBef>
                <a:spcPts val="0"/>
              </a:spcBef>
              <a:spcAft>
                <a:spcPts val="0"/>
              </a:spcAft>
              <a:buNone/>
              <a:defRPr sz="4800">
                <a:solidFill>
                  <a:schemeClr val="dk2"/>
                </a:solidFill>
              </a:defRPr>
            </a:lvl8pPr>
            <a:lvl9pPr lvl="8">
              <a:lnSpc>
                <a:spcPct val="85000"/>
              </a:lnSpc>
              <a:spcBef>
                <a:spcPts val="0"/>
              </a:spcBef>
              <a:spcAft>
                <a:spcPts val="0"/>
              </a:spcAft>
              <a:buNone/>
              <a:defRPr sz="4800">
                <a:solidFill>
                  <a:schemeClr val="dk2"/>
                </a:solidFill>
              </a:defRPr>
            </a:lvl9pPr>
          </a:lstStyle>
          <a:p/>
        </p:txBody>
      </p:sp>
      <p:cxnSp>
        <p:nvCxnSpPr>
          <p:cNvPr id="371" name="Google Shape;371;p48"/>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372" name="Google Shape;372;p48"/>
          <p:cNvSpPr txBox="1"/>
          <p:nvPr>
            <p:ph idx="5" type="subTitle"/>
          </p:nvPr>
        </p:nvSpPr>
        <p:spPr>
          <a:xfrm>
            <a:off x="297075" y="4175900"/>
            <a:ext cx="1264800" cy="2286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1200"/>
              <a:buFont typeface="Urbanist"/>
              <a:buNone/>
              <a:defRPr sz="1200"/>
            </a:lvl1pPr>
            <a:lvl2pPr lvl="1"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373" name="Google Shape;373;p48"/>
          <p:cNvSpPr txBox="1"/>
          <p:nvPr>
            <p:ph idx="6" type="subTitle"/>
          </p:nvPr>
        </p:nvSpPr>
        <p:spPr>
          <a:xfrm>
            <a:off x="1786375" y="4175900"/>
            <a:ext cx="1264800" cy="2286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1200"/>
              <a:buFont typeface="Urbanist"/>
              <a:buNone/>
              <a:defRPr sz="1200"/>
            </a:lvl1pPr>
            <a:lvl2pPr lvl="1"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374" name="Google Shape;374;p48"/>
          <p:cNvSpPr txBox="1"/>
          <p:nvPr>
            <p:ph idx="7" type="subTitle"/>
          </p:nvPr>
        </p:nvSpPr>
        <p:spPr>
          <a:xfrm>
            <a:off x="228591" y="3454475"/>
            <a:ext cx="4659600" cy="252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a:buNone/>
              <a:defRPr b="1" sz="1200"/>
            </a:lvl1pPr>
            <a:lvl2pPr lvl="1">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9pPr>
          </a:lstStyle>
          <a:p/>
        </p:txBody>
      </p:sp>
      <p:sp>
        <p:nvSpPr>
          <p:cNvPr id="375" name="Google Shape;375;p48"/>
          <p:cNvSpPr txBox="1"/>
          <p:nvPr>
            <p:ph idx="8" type="subTitle"/>
          </p:nvPr>
        </p:nvSpPr>
        <p:spPr>
          <a:xfrm>
            <a:off x="228591" y="3743050"/>
            <a:ext cx="4659600" cy="252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a:buNone/>
              <a:defRPr b="1" sz="1200"/>
            </a:lvl1pPr>
            <a:lvl2pPr lvl="1">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9pPr>
          </a:lstStyle>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ALT 1">
  <p:cSld name="BLANK_1_1_2">
    <p:spTree>
      <p:nvGrpSpPr>
        <p:cNvPr id="376" name="Shape 376"/>
        <p:cNvGrpSpPr/>
        <p:nvPr/>
      </p:nvGrpSpPr>
      <p:grpSpPr>
        <a:xfrm>
          <a:off x="0" y="0"/>
          <a:ext cx="0" cy="0"/>
          <a:chOff x="0" y="0"/>
          <a:chExt cx="0" cy="0"/>
        </a:xfrm>
      </p:grpSpPr>
      <p:sp>
        <p:nvSpPr>
          <p:cNvPr id="377" name="Google Shape;377;p49"/>
          <p:cNvSpPr txBox="1"/>
          <p:nvPr>
            <p:ph type="title"/>
          </p:nvPr>
        </p:nvSpPr>
        <p:spPr>
          <a:xfrm>
            <a:off x="228600" y="395043"/>
            <a:ext cx="6480300" cy="587700"/>
          </a:xfrm>
          <a:prstGeom prst="rect">
            <a:avLst/>
          </a:prstGeom>
        </p:spPr>
        <p:txBody>
          <a:bodyPr anchorCtr="0" anchor="t" bIns="91425" lIns="0" spcFirstLastPara="1" rIns="91425" wrap="square" tIns="0">
            <a:spAutoFit/>
          </a:bodyPr>
          <a:lstStyle>
            <a:lvl1pPr lvl="0">
              <a:lnSpc>
                <a:spcPct val="90000"/>
              </a:lnSpc>
              <a:spcBef>
                <a:spcPts val="0"/>
              </a:spcBef>
              <a:spcAft>
                <a:spcPts val="0"/>
              </a:spcAft>
              <a:buNone/>
              <a:defRPr sz="3400"/>
            </a:lvl1pPr>
            <a:lvl2pPr lvl="1">
              <a:lnSpc>
                <a:spcPct val="115000"/>
              </a:lnSpc>
              <a:spcBef>
                <a:spcPts val="0"/>
              </a:spcBef>
              <a:spcAft>
                <a:spcPts val="0"/>
              </a:spcAft>
              <a:buNone/>
              <a:defRPr sz="3400"/>
            </a:lvl2pPr>
            <a:lvl3pPr lvl="2">
              <a:lnSpc>
                <a:spcPct val="115000"/>
              </a:lnSpc>
              <a:spcBef>
                <a:spcPts val="0"/>
              </a:spcBef>
              <a:spcAft>
                <a:spcPts val="0"/>
              </a:spcAft>
              <a:buNone/>
              <a:defRPr sz="3400"/>
            </a:lvl3pPr>
            <a:lvl4pPr lvl="3">
              <a:lnSpc>
                <a:spcPct val="115000"/>
              </a:lnSpc>
              <a:spcBef>
                <a:spcPts val="0"/>
              </a:spcBef>
              <a:spcAft>
                <a:spcPts val="0"/>
              </a:spcAft>
              <a:buNone/>
              <a:defRPr sz="3400"/>
            </a:lvl4pPr>
            <a:lvl5pPr lvl="4">
              <a:lnSpc>
                <a:spcPct val="115000"/>
              </a:lnSpc>
              <a:spcBef>
                <a:spcPts val="0"/>
              </a:spcBef>
              <a:spcAft>
                <a:spcPts val="0"/>
              </a:spcAft>
              <a:buNone/>
              <a:defRPr sz="3400"/>
            </a:lvl5pPr>
            <a:lvl6pPr lvl="5">
              <a:lnSpc>
                <a:spcPct val="115000"/>
              </a:lnSpc>
              <a:spcBef>
                <a:spcPts val="0"/>
              </a:spcBef>
              <a:spcAft>
                <a:spcPts val="0"/>
              </a:spcAft>
              <a:buNone/>
              <a:defRPr sz="3400"/>
            </a:lvl6pPr>
            <a:lvl7pPr lvl="6">
              <a:lnSpc>
                <a:spcPct val="115000"/>
              </a:lnSpc>
              <a:spcBef>
                <a:spcPts val="0"/>
              </a:spcBef>
              <a:spcAft>
                <a:spcPts val="0"/>
              </a:spcAft>
              <a:buNone/>
              <a:defRPr sz="3400"/>
            </a:lvl7pPr>
            <a:lvl8pPr lvl="7">
              <a:lnSpc>
                <a:spcPct val="115000"/>
              </a:lnSpc>
              <a:spcBef>
                <a:spcPts val="0"/>
              </a:spcBef>
              <a:spcAft>
                <a:spcPts val="0"/>
              </a:spcAft>
              <a:buNone/>
              <a:defRPr sz="3400"/>
            </a:lvl8pPr>
            <a:lvl9pPr lvl="8">
              <a:lnSpc>
                <a:spcPct val="115000"/>
              </a:lnSpc>
              <a:spcBef>
                <a:spcPts val="0"/>
              </a:spcBef>
              <a:spcAft>
                <a:spcPts val="0"/>
              </a:spcAft>
              <a:buNone/>
              <a:defRPr sz="3400"/>
            </a:lvl9pPr>
          </a:lstStyle>
          <a:p/>
        </p:txBody>
      </p:sp>
      <p:sp>
        <p:nvSpPr>
          <p:cNvPr id="378" name="Google Shape;378;p49"/>
          <p:cNvSpPr txBox="1"/>
          <p:nvPr>
            <p:ph idx="1" type="body"/>
          </p:nvPr>
        </p:nvSpPr>
        <p:spPr>
          <a:xfrm>
            <a:off x="228600" y="1743625"/>
            <a:ext cx="4296600" cy="2709000"/>
          </a:xfrm>
          <a:prstGeom prst="rect">
            <a:avLst/>
          </a:prstGeom>
        </p:spPr>
        <p:txBody>
          <a:bodyPr anchorCtr="0" anchor="b" bIns="91425" lIns="0" spcFirstLastPara="1" rIns="91425" wrap="square" tIns="91425">
            <a:no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379" name="Google Shape;379;p49"/>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80" name="Google Shape;380;p49"/>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81" name="Google Shape;381;p49"/>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82" name="Google Shape;382;p49"/>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sp>
        <p:nvSpPr>
          <p:cNvPr id="383" name="Google Shape;383;p49"/>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cxnSp>
        <p:nvCxnSpPr>
          <p:cNvPr id="384" name="Google Shape;384;p49"/>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Tree>
  </p:cSld>
  <p:clrMapOvr>
    <a:masterClrMapping/>
  </p:clrMapOvr>
  <p:extLst>
    <p:ext uri="{DCECCB84-F9BA-43D5-87BE-67443E8EF086}">
      <p15:sldGuideLst>
        <p15:guide id="1" orient="horz" pos="2805">
          <p15:clr>
            <a:srgbClr val="E46962"/>
          </p15:clr>
        </p15:guide>
      </p15:sldGuideLst>
    </p:ext>
  </p:extLst>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ur values">
  <p:cSld name="BLANK_1_1_1_1">
    <p:spTree>
      <p:nvGrpSpPr>
        <p:cNvPr id="385" name="Shape 385"/>
        <p:cNvGrpSpPr/>
        <p:nvPr/>
      </p:nvGrpSpPr>
      <p:grpSpPr>
        <a:xfrm>
          <a:off x="0" y="0"/>
          <a:ext cx="0" cy="0"/>
          <a:chOff x="0" y="0"/>
          <a:chExt cx="0" cy="0"/>
        </a:xfrm>
      </p:grpSpPr>
      <p:sp>
        <p:nvSpPr>
          <p:cNvPr id="386" name="Google Shape;386;p50"/>
          <p:cNvSpPr txBox="1"/>
          <p:nvPr>
            <p:ph idx="1"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p:txBody>
      </p:sp>
      <p:sp>
        <p:nvSpPr>
          <p:cNvPr id="387" name="Google Shape;387;p50"/>
          <p:cNvSpPr txBox="1"/>
          <p:nvPr>
            <p:ph type="title"/>
          </p:nvPr>
        </p:nvSpPr>
        <p:spPr>
          <a:xfrm>
            <a:off x="228600" y="613525"/>
            <a:ext cx="7223400" cy="4221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2400">
                <a:solidFill>
                  <a:schemeClr val="dk2"/>
                </a:solidFill>
              </a:defRPr>
            </a:lvl1pPr>
            <a:lvl2pPr lvl="1">
              <a:lnSpc>
                <a:spcPct val="85000"/>
              </a:lnSpc>
              <a:spcBef>
                <a:spcPts val="0"/>
              </a:spcBef>
              <a:spcAft>
                <a:spcPts val="0"/>
              </a:spcAft>
              <a:buNone/>
              <a:defRPr sz="2400">
                <a:solidFill>
                  <a:schemeClr val="dk2"/>
                </a:solidFill>
              </a:defRPr>
            </a:lvl2pPr>
            <a:lvl3pPr lvl="2">
              <a:lnSpc>
                <a:spcPct val="85000"/>
              </a:lnSpc>
              <a:spcBef>
                <a:spcPts val="0"/>
              </a:spcBef>
              <a:spcAft>
                <a:spcPts val="0"/>
              </a:spcAft>
              <a:buNone/>
              <a:defRPr sz="2400">
                <a:solidFill>
                  <a:schemeClr val="dk2"/>
                </a:solidFill>
              </a:defRPr>
            </a:lvl3pPr>
            <a:lvl4pPr lvl="3">
              <a:lnSpc>
                <a:spcPct val="85000"/>
              </a:lnSpc>
              <a:spcBef>
                <a:spcPts val="0"/>
              </a:spcBef>
              <a:spcAft>
                <a:spcPts val="0"/>
              </a:spcAft>
              <a:buNone/>
              <a:defRPr sz="2400">
                <a:solidFill>
                  <a:schemeClr val="dk2"/>
                </a:solidFill>
              </a:defRPr>
            </a:lvl4pPr>
            <a:lvl5pPr lvl="4">
              <a:lnSpc>
                <a:spcPct val="85000"/>
              </a:lnSpc>
              <a:spcBef>
                <a:spcPts val="0"/>
              </a:spcBef>
              <a:spcAft>
                <a:spcPts val="0"/>
              </a:spcAft>
              <a:buNone/>
              <a:defRPr sz="2400">
                <a:solidFill>
                  <a:schemeClr val="dk2"/>
                </a:solidFill>
              </a:defRPr>
            </a:lvl5pPr>
            <a:lvl6pPr lvl="5">
              <a:lnSpc>
                <a:spcPct val="85000"/>
              </a:lnSpc>
              <a:spcBef>
                <a:spcPts val="0"/>
              </a:spcBef>
              <a:spcAft>
                <a:spcPts val="0"/>
              </a:spcAft>
              <a:buNone/>
              <a:defRPr sz="2400">
                <a:solidFill>
                  <a:schemeClr val="dk2"/>
                </a:solidFill>
              </a:defRPr>
            </a:lvl6pPr>
            <a:lvl7pPr lvl="6">
              <a:lnSpc>
                <a:spcPct val="85000"/>
              </a:lnSpc>
              <a:spcBef>
                <a:spcPts val="0"/>
              </a:spcBef>
              <a:spcAft>
                <a:spcPts val="0"/>
              </a:spcAft>
              <a:buNone/>
              <a:defRPr sz="2400">
                <a:solidFill>
                  <a:schemeClr val="dk2"/>
                </a:solidFill>
              </a:defRPr>
            </a:lvl7pPr>
            <a:lvl8pPr lvl="7">
              <a:lnSpc>
                <a:spcPct val="85000"/>
              </a:lnSpc>
              <a:spcBef>
                <a:spcPts val="0"/>
              </a:spcBef>
              <a:spcAft>
                <a:spcPts val="0"/>
              </a:spcAft>
              <a:buNone/>
              <a:defRPr sz="2400">
                <a:solidFill>
                  <a:schemeClr val="dk2"/>
                </a:solidFill>
              </a:defRPr>
            </a:lvl8pPr>
            <a:lvl9pPr lvl="8">
              <a:lnSpc>
                <a:spcPct val="85000"/>
              </a:lnSpc>
              <a:spcBef>
                <a:spcPts val="0"/>
              </a:spcBef>
              <a:spcAft>
                <a:spcPts val="0"/>
              </a:spcAft>
              <a:buNone/>
              <a:defRPr sz="2400">
                <a:solidFill>
                  <a:schemeClr val="dk2"/>
                </a:solidFill>
              </a:defRPr>
            </a:lvl9pPr>
          </a:lstStyle>
          <a:p/>
        </p:txBody>
      </p:sp>
      <p:sp>
        <p:nvSpPr>
          <p:cNvPr id="388" name="Google Shape;388;p50"/>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89" name="Google Shape;389;p50"/>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90" name="Google Shape;390;p50"/>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91" name="Google Shape;391;p50"/>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92" name="Google Shape;392;p50"/>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cxnSp>
        <p:nvCxnSpPr>
          <p:cNvPr id="393" name="Google Shape;393;p50"/>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394" name="Google Shape;394;p50"/>
          <p:cNvSpPr txBox="1"/>
          <p:nvPr>
            <p:ph idx="5" type="subTitle"/>
          </p:nvPr>
        </p:nvSpPr>
        <p:spPr>
          <a:xfrm>
            <a:off x="254625" y="1638300"/>
            <a:ext cx="1128900" cy="11883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4800"/>
              <a:buFont typeface="Urbanist"/>
              <a:buNone/>
              <a:defRPr sz="4800">
                <a:solidFill>
                  <a:schemeClr val="accent3"/>
                </a:solidFill>
              </a:defRPr>
            </a:lvl1pPr>
            <a:lvl2pPr lvl="1">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2pPr>
            <a:lvl3pPr lvl="2">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3pPr>
            <a:lvl4pPr lvl="3">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4pPr>
            <a:lvl5pPr lvl="4">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5pPr>
            <a:lvl6pPr lvl="5">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6pPr>
            <a:lvl7pPr lvl="6">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7pPr>
            <a:lvl8pPr lvl="7">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8pPr>
            <a:lvl9pPr lvl="8">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9pPr>
          </a:lstStyle>
          <a:p/>
        </p:txBody>
      </p:sp>
      <p:sp>
        <p:nvSpPr>
          <p:cNvPr id="395" name="Google Shape;395;p50"/>
          <p:cNvSpPr txBox="1"/>
          <p:nvPr>
            <p:ph idx="6" type="subTitle"/>
          </p:nvPr>
        </p:nvSpPr>
        <p:spPr>
          <a:xfrm>
            <a:off x="3275850" y="1638300"/>
            <a:ext cx="1128900" cy="11883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4800"/>
              <a:buFont typeface="Urbanist"/>
              <a:buNone/>
              <a:defRPr sz="4800">
                <a:solidFill>
                  <a:schemeClr val="accent3"/>
                </a:solidFill>
              </a:defRPr>
            </a:lvl1pPr>
            <a:lvl2pPr lvl="1">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2pPr>
            <a:lvl3pPr lvl="2">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3pPr>
            <a:lvl4pPr lvl="3">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4pPr>
            <a:lvl5pPr lvl="4">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5pPr>
            <a:lvl6pPr lvl="5">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6pPr>
            <a:lvl7pPr lvl="6">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7pPr>
            <a:lvl8pPr lvl="7">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8pPr>
            <a:lvl9pPr lvl="8">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9pPr>
          </a:lstStyle>
          <a:p/>
        </p:txBody>
      </p:sp>
      <p:sp>
        <p:nvSpPr>
          <p:cNvPr id="396" name="Google Shape;396;p50"/>
          <p:cNvSpPr txBox="1"/>
          <p:nvPr>
            <p:ph idx="7" type="subTitle"/>
          </p:nvPr>
        </p:nvSpPr>
        <p:spPr>
          <a:xfrm>
            <a:off x="6215463" y="1638300"/>
            <a:ext cx="1128900" cy="11883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4800"/>
              <a:buFont typeface="Urbanist"/>
              <a:buNone/>
              <a:defRPr sz="4800">
                <a:solidFill>
                  <a:schemeClr val="accent3"/>
                </a:solidFill>
              </a:defRPr>
            </a:lvl1pPr>
            <a:lvl2pPr lvl="1">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2pPr>
            <a:lvl3pPr lvl="2">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3pPr>
            <a:lvl4pPr lvl="3">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4pPr>
            <a:lvl5pPr lvl="4">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5pPr>
            <a:lvl6pPr lvl="5">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6pPr>
            <a:lvl7pPr lvl="6">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7pPr>
            <a:lvl8pPr lvl="7">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8pPr>
            <a:lvl9pPr lvl="8">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9pPr>
          </a:lstStyle>
          <a:p/>
        </p:txBody>
      </p:sp>
      <p:sp>
        <p:nvSpPr>
          <p:cNvPr id="397" name="Google Shape;397;p50"/>
          <p:cNvSpPr txBox="1"/>
          <p:nvPr>
            <p:ph idx="8" type="body"/>
          </p:nvPr>
        </p:nvSpPr>
        <p:spPr>
          <a:xfrm>
            <a:off x="288575" y="3386400"/>
            <a:ext cx="2665200" cy="1188300"/>
          </a:xfrm>
          <a:prstGeom prst="rect">
            <a:avLst/>
          </a:prstGeom>
        </p:spPr>
        <p:txBody>
          <a:bodyPr anchorCtr="0" anchor="b" bIns="91425" lIns="0" spcFirstLastPara="1" rIns="91425" wrap="square" tIns="0">
            <a:noAutofit/>
          </a:bodyPr>
          <a:lstStyle>
            <a:lvl1pPr indent="-304800" lvl="0" marL="457200">
              <a:spcBef>
                <a:spcPts val="0"/>
              </a:spcBef>
              <a:spcAft>
                <a:spcPts val="0"/>
              </a:spcAft>
              <a:buClr>
                <a:schemeClr val="lt1"/>
              </a:buClr>
              <a:buSzPts val="1200"/>
              <a:buFont typeface="Urbanist"/>
              <a:buChar char="●"/>
              <a:defRPr/>
            </a:lvl1pPr>
            <a:lvl2pPr indent="-304800" lvl="1" marL="914400">
              <a:spcBef>
                <a:spcPts val="0"/>
              </a:spcBef>
              <a:spcAft>
                <a:spcPts val="0"/>
              </a:spcAft>
              <a:buClr>
                <a:schemeClr val="lt1"/>
              </a:buClr>
              <a:buSzPts val="1200"/>
              <a:buFont typeface="Urbanist"/>
              <a:buChar char="○"/>
              <a:defRPr/>
            </a:lvl2pPr>
            <a:lvl3pPr indent="-304800" lvl="2" marL="1371600">
              <a:spcBef>
                <a:spcPts val="0"/>
              </a:spcBef>
              <a:spcAft>
                <a:spcPts val="0"/>
              </a:spcAft>
              <a:buClr>
                <a:schemeClr val="lt1"/>
              </a:buClr>
              <a:buSzPts val="1200"/>
              <a:buFont typeface="Urbanist"/>
              <a:buChar char="■"/>
              <a:defRPr/>
            </a:lvl3pPr>
            <a:lvl4pPr indent="-304800" lvl="3" marL="1828800">
              <a:spcBef>
                <a:spcPts val="0"/>
              </a:spcBef>
              <a:spcAft>
                <a:spcPts val="0"/>
              </a:spcAft>
              <a:buClr>
                <a:schemeClr val="lt1"/>
              </a:buClr>
              <a:buSzPts val="1200"/>
              <a:buFont typeface="Urbanist"/>
              <a:buChar char="●"/>
              <a:defRPr/>
            </a:lvl4pPr>
            <a:lvl5pPr indent="-304800" lvl="4" marL="2286000">
              <a:spcBef>
                <a:spcPts val="0"/>
              </a:spcBef>
              <a:spcAft>
                <a:spcPts val="0"/>
              </a:spcAft>
              <a:buClr>
                <a:schemeClr val="lt1"/>
              </a:buClr>
              <a:buSzPts val="1200"/>
              <a:buFont typeface="Urbanist"/>
              <a:buChar char="○"/>
              <a:defRPr/>
            </a:lvl5pPr>
            <a:lvl6pPr indent="-304800" lvl="5" marL="2743200">
              <a:spcBef>
                <a:spcPts val="0"/>
              </a:spcBef>
              <a:spcAft>
                <a:spcPts val="0"/>
              </a:spcAft>
              <a:buClr>
                <a:schemeClr val="lt1"/>
              </a:buClr>
              <a:buSzPts val="1200"/>
              <a:buFont typeface="Urbanist"/>
              <a:buChar char="■"/>
              <a:defRPr/>
            </a:lvl6pPr>
            <a:lvl7pPr indent="-304800" lvl="6" marL="3200400">
              <a:spcBef>
                <a:spcPts val="0"/>
              </a:spcBef>
              <a:spcAft>
                <a:spcPts val="0"/>
              </a:spcAft>
              <a:buClr>
                <a:schemeClr val="lt1"/>
              </a:buClr>
              <a:buSzPts val="1200"/>
              <a:buFont typeface="Urbanist"/>
              <a:buChar char="●"/>
              <a:defRPr/>
            </a:lvl7pPr>
            <a:lvl8pPr indent="-304800" lvl="7" marL="3657600">
              <a:spcBef>
                <a:spcPts val="0"/>
              </a:spcBef>
              <a:spcAft>
                <a:spcPts val="0"/>
              </a:spcAft>
              <a:buClr>
                <a:schemeClr val="lt1"/>
              </a:buClr>
              <a:buSzPts val="1200"/>
              <a:buFont typeface="Urbanist"/>
              <a:buChar char="○"/>
              <a:defRPr/>
            </a:lvl8pPr>
            <a:lvl9pPr indent="-304800" lvl="8" marL="4114800">
              <a:spcBef>
                <a:spcPts val="0"/>
              </a:spcBef>
              <a:spcAft>
                <a:spcPts val="0"/>
              </a:spcAft>
              <a:buClr>
                <a:schemeClr val="lt1"/>
              </a:buClr>
              <a:buSzPts val="1200"/>
              <a:buFont typeface="Urbanist"/>
              <a:buChar char="■"/>
              <a:defRPr/>
            </a:lvl9pPr>
          </a:lstStyle>
          <a:p/>
        </p:txBody>
      </p:sp>
      <p:sp>
        <p:nvSpPr>
          <p:cNvPr id="398" name="Google Shape;398;p50"/>
          <p:cNvSpPr txBox="1"/>
          <p:nvPr>
            <p:ph idx="9" type="body"/>
          </p:nvPr>
        </p:nvSpPr>
        <p:spPr>
          <a:xfrm>
            <a:off x="6121413" y="3386400"/>
            <a:ext cx="2665200" cy="1188300"/>
          </a:xfrm>
          <a:prstGeom prst="rect">
            <a:avLst/>
          </a:prstGeom>
        </p:spPr>
        <p:txBody>
          <a:bodyPr anchorCtr="0" anchor="b" bIns="91425" lIns="0" spcFirstLastPara="1" rIns="91425" wrap="square" tIns="0">
            <a:noAutofit/>
          </a:bodyPr>
          <a:lstStyle>
            <a:lvl1pPr indent="-304800" lvl="0" marL="457200">
              <a:spcBef>
                <a:spcPts val="0"/>
              </a:spcBef>
              <a:spcAft>
                <a:spcPts val="0"/>
              </a:spcAft>
              <a:buClr>
                <a:schemeClr val="lt1"/>
              </a:buClr>
              <a:buSzPts val="1200"/>
              <a:buFont typeface="Urbanist"/>
              <a:buChar char="●"/>
              <a:defRPr/>
            </a:lvl1pPr>
            <a:lvl2pPr indent="-304800" lvl="1" marL="914400">
              <a:spcBef>
                <a:spcPts val="0"/>
              </a:spcBef>
              <a:spcAft>
                <a:spcPts val="0"/>
              </a:spcAft>
              <a:buClr>
                <a:schemeClr val="lt1"/>
              </a:buClr>
              <a:buSzPts val="1200"/>
              <a:buFont typeface="Urbanist"/>
              <a:buChar char="○"/>
              <a:defRPr/>
            </a:lvl2pPr>
            <a:lvl3pPr indent="-304800" lvl="2" marL="1371600">
              <a:spcBef>
                <a:spcPts val="0"/>
              </a:spcBef>
              <a:spcAft>
                <a:spcPts val="0"/>
              </a:spcAft>
              <a:buClr>
                <a:schemeClr val="lt1"/>
              </a:buClr>
              <a:buSzPts val="1200"/>
              <a:buFont typeface="Urbanist"/>
              <a:buChar char="■"/>
              <a:defRPr/>
            </a:lvl3pPr>
            <a:lvl4pPr indent="-304800" lvl="3" marL="1828800">
              <a:spcBef>
                <a:spcPts val="0"/>
              </a:spcBef>
              <a:spcAft>
                <a:spcPts val="0"/>
              </a:spcAft>
              <a:buClr>
                <a:schemeClr val="lt1"/>
              </a:buClr>
              <a:buSzPts val="1200"/>
              <a:buFont typeface="Urbanist"/>
              <a:buChar char="●"/>
              <a:defRPr/>
            </a:lvl4pPr>
            <a:lvl5pPr indent="-304800" lvl="4" marL="2286000">
              <a:spcBef>
                <a:spcPts val="0"/>
              </a:spcBef>
              <a:spcAft>
                <a:spcPts val="0"/>
              </a:spcAft>
              <a:buClr>
                <a:schemeClr val="lt1"/>
              </a:buClr>
              <a:buSzPts val="1200"/>
              <a:buFont typeface="Urbanist"/>
              <a:buChar char="○"/>
              <a:defRPr/>
            </a:lvl5pPr>
            <a:lvl6pPr indent="-304800" lvl="5" marL="2743200">
              <a:spcBef>
                <a:spcPts val="0"/>
              </a:spcBef>
              <a:spcAft>
                <a:spcPts val="0"/>
              </a:spcAft>
              <a:buClr>
                <a:schemeClr val="lt1"/>
              </a:buClr>
              <a:buSzPts val="1200"/>
              <a:buFont typeface="Urbanist"/>
              <a:buChar char="■"/>
              <a:defRPr/>
            </a:lvl6pPr>
            <a:lvl7pPr indent="-304800" lvl="6" marL="3200400">
              <a:spcBef>
                <a:spcPts val="0"/>
              </a:spcBef>
              <a:spcAft>
                <a:spcPts val="0"/>
              </a:spcAft>
              <a:buClr>
                <a:schemeClr val="lt1"/>
              </a:buClr>
              <a:buSzPts val="1200"/>
              <a:buFont typeface="Urbanist"/>
              <a:buChar char="●"/>
              <a:defRPr/>
            </a:lvl7pPr>
            <a:lvl8pPr indent="-304800" lvl="7" marL="3657600">
              <a:spcBef>
                <a:spcPts val="0"/>
              </a:spcBef>
              <a:spcAft>
                <a:spcPts val="0"/>
              </a:spcAft>
              <a:buClr>
                <a:schemeClr val="lt1"/>
              </a:buClr>
              <a:buSzPts val="1200"/>
              <a:buFont typeface="Urbanist"/>
              <a:buChar char="○"/>
              <a:defRPr/>
            </a:lvl8pPr>
            <a:lvl9pPr indent="-304800" lvl="8" marL="4114800">
              <a:spcBef>
                <a:spcPts val="0"/>
              </a:spcBef>
              <a:spcAft>
                <a:spcPts val="0"/>
              </a:spcAft>
              <a:buClr>
                <a:schemeClr val="lt1"/>
              </a:buClr>
              <a:buSzPts val="1200"/>
              <a:buFont typeface="Urbanist"/>
              <a:buChar char="■"/>
              <a:defRPr/>
            </a:lvl9pPr>
          </a:lstStyle>
          <a:p/>
        </p:txBody>
      </p:sp>
      <p:sp>
        <p:nvSpPr>
          <p:cNvPr id="399" name="Google Shape;399;p50"/>
          <p:cNvSpPr txBox="1"/>
          <p:nvPr>
            <p:ph idx="13" type="body"/>
          </p:nvPr>
        </p:nvSpPr>
        <p:spPr>
          <a:xfrm>
            <a:off x="3192450" y="3386400"/>
            <a:ext cx="2665200" cy="1188300"/>
          </a:xfrm>
          <a:prstGeom prst="rect">
            <a:avLst/>
          </a:prstGeom>
        </p:spPr>
        <p:txBody>
          <a:bodyPr anchorCtr="0" anchor="b" bIns="91425" lIns="0" spcFirstLastPara="1" rIns="91425" wrap="square" tIns="0">
            <a:noAutofit/>
          </a:bodyPr>
          <a:lstStyle>
            <a:lvl1pPr indent="-304800" lvl="0" marL="457200">
              <a:spcBef>
                <a:spcPts val="0"/>
              </a:spcBef>
              <a:spcAft>
                <a:spcPts val="0"/>
              </a:spcAft>
              <a:buClr>
                <a:schemeClr val="lt1"/>
              </a:buClr>
              <a:buSzPts val="1200"/>
              <a:buFont typeface="Urbanist"/>
              <a:buChar char="●"/>
              <a:defRPr/>
            </a:lvl1pPr>
            <a:lvl2pPr indent="-304800" lvl="1" marL="914400">
              <a:spcBef>
                <a:spcPts val="0"/>
              </a:spcBef>
              <a:spcAft>
                <a:spcPts val="0"/>
              </a:spcAft>
              <a:buClr>
                <a:schemeClr val="lt1"/>
              </a:buClr>
              <a:buSzPts val="1200"/>
              <a:buFont typeface="Urbanist"/>
              <a:buChar char="○"/>
              <a:defRPr/>
            </a:lvl2pPr>
            <a:lvl3pPr indent="-304800" lvl="2" marL="1371600">
              <a:spcBef>
                <a:spcPts val="0"/>
              </a:spcBef>
              <a:spcAft>
                <a:spcPts val="0"/>
              </a:spcAft>
              <a:buClr>
                <a:schemeClr val="lt1"/>
              </a:buClr>
              <a:buSzPts val="1200"/>
              <a:buFont typeface="Urbanist"/>
              <a:buChar char="■"/>
              <a:defRPr/>
            </a:lvl3pPr>
            <a:lvl4pPr indent="-304800" lvl="3" marL="1828800">
              <a:spcBef>
                <a:spcPts val="0"/>
              </a:spcBef>
              <a:spcAft>
                <a:spcPts val="0"/>
              </a:spcAft>
              <a:buClr>
                <a:schemeClr val="lt1"/>
              </a:buClr>
              <a:buSzPts val="1200"/>
              <a:buFont typeface="Urbanist"/>
              <a:buChar char="●"/>
              <a:defRPr/>
            </a:lvl4pPr>
            <a:lvl5pPr indent="-304800" lvl="4" marL="2286000">
              <a:spcBef>
                <a:spcPts val="0"/>
              </a:spcBef>
              <a:spcAft>
                <a:spcPts val="0"/>
              </a:spcAft>
              <a:buClr>
                <a:schemeClr val="lt1"/>
              </a:buClr>
              <a:buSzPts val="1200"/>
              <a:buFont typeface="Urbanist"/>
              <a:buChar char="○"/>
              <a:defRPr/>
            </a:lvl5pPr>
            <a:lvl6pPr indent="-304800" lvl="5" marL="2743200">
              <a:spcBef>
                <a:spcPts val="0"/>
              </a:spcBef>
              <a:spcAft>
                <a:spcPts val="0"/>
              </a:spcAft>
              <a:buClr>
                <a:schemeClr val="lt1"/>
              </a:buClr>
              <a:buSzPts val="1200"/>
              <a:buFont typeface="Urbanist"/>
              <a:buChar char="■"/>
              <a:defRPr/>
            </a:lvl6pPr>
            <a:lvl7pPr indent="-304800" lvl="6" marL="3200400">
              <a:spcBef>
                <a:spcPts val="0"/>
              </a:spcBef>
              <a:spcAft>
                <a:spcPts val="0"/>
              </a:spcAft>
              <a:buClr>
                <a:schemeClr val="lt1"/>
              </a:buClr>
              <a:buSzPts val="1200"/>
              <a:buFont typeface="Urbanist"/>
              <a:buChar char="●"/>
              <a:defRPr/>
            </a:lvl7pPr>
            <a:lvl8pPr indent="-304800" lvl="7" marL="3657600">
              <a:spcBef>
                <a:spcPts val="0"/>
              </a:spcBef>
              <a:spcAft>
                <a:spcPts val="0"/>
              </a:spcAft>
              <a:buClr>
                <a:schemeClr val="lt1"/>
              </a:buClr>
              <a:buSzPts val="1200"/>
              <a:buFont typeface="Urbanist"/>
              <a:buChar char="○"/>
              <a:defRPr/>
            </a:lvl8pPr>
            <a:lvl9pPr indent="-304800" lvl="8" marL="4114800">
              <a:spcBef>
                <a:spcPts val="0"/>
              </a:spcBef>
              <a:spcAft>
                <a:spcPts val="0"/>
              </a:spcAft>
              <a:buClr>
                <a:schemeClr val="lt1"/>
              </a:buClr>
              <a:buSzPts val="1200"/>
              <a:buFont typeface="Urbanist"/>
              <a:buChar char="■"/>
              <a:defRPr/>
            </a:lvl9pPr>
          </a:lstStyle>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and image ALT 2">
  <p:cSld name="CUSTOM_3">
    <p:spTree>
      <p:nvGrpSpPr>
        <p:cNvPr id="400" name="Shape 400"/>
        <p:cNvGrpSpPr/>
        <p:nvPr/>
      </p:nvGrpSpPr>
      <p:grpSpPr>
        <a:xfrm>
          <a:off x="0" y="0"/>
          <a:ext cx="0" cy="0"/>
          <a:chOff x="0" y="0"/>
          <a:chExt cx="0" cy="0"/>
        </a:xfrm>
      </p:grpSpPr>
      <p:sp>
        <p:nvSpPr>
          <p:cNvPr id="401" name="Google Shape;401;p51"/>
          <p:cNvSpPr/>
          <p:nvPr>
            <p:ph idx="2" type="pic"/>
          </p:nvPr>
        </p:nvSpPr>
        <p:spPr>
          <a:xfrm>
            <a:off x="246150" y="237650"/>
            <a:ext cx="4196400" cy="4438200"/>
          </a:xfrm>
          <a:prstGeom prst="rect">
            <a:avLst/>
          </a:prstGeom>
          <a:noFill/>
          <a:ln>
            <a:noFill/>
          </a:ln>
        </p:spPr>
      </p:sp>
      <p:sp>
        <p:nvSpPr>
          <p:cNvPr id="402" name="Google Shape;402;p51"/>
          <p:cNvSpPr txBox="1"/>
          <p:nvPr>
            <p:ph type="title"/>
          </p:nvPr>
        </p:nvSpPr>
        <p:spPr>
          <a:xfrm>
            <a:off x="4591800" y="304700"/>
            <a:ext cx="3861900" cy="192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3000"/>
              <a:buFont typeface="Urbanist"/>
              <a:buNone/>
              <a:defRPr>
                <a:latin typeface="Urbanist"/>
                <a:ea typeface="Urbanist"/>
                <a:cs typeface="Urbanist"/>
                <a:sym typeface="Urbanist"/>
              </a:defRPr>
            </a:lvl1pPr>
            <a:lvl2pPr lvl="1">
              <a:spcBef>
                <a:spcPts val="0"/>
              </a:spcBef>
              <a:spcAft>
                <a:spcPts val="0"/>
              </a:spcAft>
              <a:buClr>
                <a:schemeClr val="lt1"/>
              </a:buClr>
              <a:buSzPts val="3000"/>
              <a:buNone/>
              <a:defRPr/>
            </a:lvl2pPr>
            <a:lvl3pPr lvl="2">
              <a:spcBef>
                <a:spcPts val="0"/>
              </a:spcBef>
              <a:spcAft>
                <a:spcPts val="0"/>
              </a:spcAft>
              <a:buClr>
                <a:schemeClr val="lt1"/>
              </a:buClr>
              <a:buSzPts val="3000"/>
              <a:buNone/>
              <a:defRPr/>
            </a:lvl3pPr>
            <a:lvl4pPr lvl="3">
              <a:spcBef>
                <a:spcPts val="0"/>
              </a:spcBef>
              <a:spcAft>
                <a:spcPts val="0"/>
              </a:spcAft>
              <a:buClr>
                <a:schemeClr val="lt1"/>
              </a:buClr>
              <a:buSzPts val="3000"/>
              <a:buNone/>
              <a:defRPr/>
            </a:lvl4pPr>
            <a:lvl5pPr lvl="4">
              <a:spcBef>
                <a:spcPts val="0"/>
              </a:spcBef>
              <a:spcAft>
                <a:spcPts val="0"/>
              </a:spcAft>
              <a:buClr>
                <a:schemeClr val="lt1"/>
              </a:buClr>
              <a:buSzPts val="3000"/>
              <a:buNone/>
              <a:defRPr/>
            </a:lvl5pPr>
            <a:lvl6pPr lvl="5">
              <a:spcBef>
                <a:spcPts val="0"/>
              </a:spcBef>
              <a:spcAft>
                <a:spcPts val="0"/>
              </a:spcAft>
              <a:buClr>
                <a:schemeClr val="lt1"/>
              </a:buClr>
              <a:buSzPts val="3000"/>
              <a:buNone/>
              <a:defRPr/>
            </a:lvl6pPr>
            <a:lvl7pPr lvl="6">
              <a:spcBef>
                <a:spcPts val="0"/>
              </a:spcBef>
              <a:spcAft>
                <a:spcPts val="0"/>
              </a:spcAft>
              <a:buClr>
                <a:schemeClr val="lt1"/>
              </a:buClr>
              <a:buSzPts val="3000"/>
              <a:buNone/>
              <a:defRPr/>
            </a:lvl7pPr>
            <a:lvl8pPr lvl="7">
              <a:spcBef>
                <a:spcPts val="0"/>
              </a:spcBef>
              <a:spcAft>
                <a:spcPts val="0"/>
              </a:spcAft>
              <a:buClr>
                <a:schemeClr val="lt1"/>
              </a:buClr>
              <a:buSzPts val="3000"/>
              <a:buNone/>
              <a:defRPr/>
            </a:lvl8pPr>
            <a:lvl9pPr lvl="8">
              <a:spcBef>
                <a:spcPts val="0"/>
              </a:spcBef>
              <a:spcAft>
                <a:spcPts val="0"/>
              </a:spcAft>
              <a:buClr>
                <a:schemeClr val="lt1"/>
              </a:buClr>
              <a:buSzPts val="3000"/>
              <a:buNone/>
              <a:defRPr/>
            </a:lvl9pPr>
          </a:lstStyle>
          <a:p/>
        </p:txBody>
      </p:sp>
      <p:sp>
        <p:nvSpPr>
          <p:cNvPr id="403" name="Google Shape;403;p51"/>
          <p:cNvSpPr txBox="1"/>
          <p:nvPr>
            <p:ph idx="3" type="title"/>
          </p:nvPr>
        </p:nvSpPr>
        <p:spPr>
          <a:xfrm>
            <a:off x="4591800" y="738425"/>
            <a:ext cx="4290000" cy="2051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800"/>
              <a:buNone/>
              <a:defRPr sz="3400"/>
            </a:lvl1pPr>
            <a:lvl2pPr lvl="1">
              <a:spcBef>
                <a:spcPts val="0"/>
              </a:spcBef>
              <a:spcAft>
                <a:spcPts val="0"/>
              </a:spcAft>
              <a:buClr>
                <a:schemeClr val="lt1"/>
              </a:buClr>
              <a:buSzPts val="3000"/>
              <a:buNone/>
              <a:defRPr/>
            </a:lvl2pPr>
            <a:lvl3pPr lvl="2">
              <a:spcBef>
                <a:spcPts val="0"/>
              </a:spcBef>
              <a:spcAft>
                <a:spcPts val="0"/>
              </a:spcAft>
              <a:buClr>
                <a:schemeClr val="lt1"/>
              </a:buClr>
              <a:buSzPts val="3000"/>
              <a:buNone/>
              <a:defRPr/>
            </a:lvl3pPr>
            <a:lvl4pPr lvl="3">
              <a:spcBef>
                <a:spcPts val="0"/>
              </a:spcBef>
              <a:spcAft>
                <a:spcPts val="0"/>
              </a:spcAft>
              <a:buClr>
                <a:schemeClr val="lt1"/>
              </a:buClr>
              <a:buSzPts val="3000"/>
              <a:buNone/>
              <a:defRPr/>
            </a:lvl4pPr>
            <a:lvl5pPr lvl="4">
              <a:spcBef>
                <a:spcPts val="0"/>
              </a:spcBef>
              <a:spcAft>
                <a:spcPts val="0"/>
              </a:spcAft>
              <a:buClr>
                <a:schemeClr val="lt1"/>
              </a:buClr>
              <a:buSzPts val="3000"/>
              <a:buNone/>
              <a:defRPr/>
            </a:lvl5pPr>
            <a:lvl6pPr lvl="5">
              <a:spcBef>
                <a:spcPts val="0"/>
              </a:spcBef>
              <a:spcAft>
                <a:spcPts val="0"/>
              </a:spcAft>
              <a:buClr>
                <a:schemeClr val="lt1"/>
              </a:buClr>
              <a:buSzPts val="3000"/>
              <a:buNone/>
              <a:defRPr/>
            </a:lvl6pPr>
            <a:lvl7pPr lvl="6">
              <a:spcBef>
                <a:spcPts val="0"/>
              </a:spcBef>
              <a:spcAft>
                <a:spcPts val="0"/>
              </a:spcAft>
              <a:buClr>
                <a:schemeClr val="lt1"/>
              </a:buClr>
              <a:buSzPts val="3000"/>
              <a:buNone/>
              <a:defRPr/>
            </a:lvl7pPr>
            <a:lvl8pPr lvl="7">
              <a:spcBef>
                <a:spcPts val="0"/>
              </a:spcBef>
              <a:spcAft>
                <a:spcPts val="0"/>
              </a:spcAft>
              <a:buClr>
                <a:schemeClr val="lt1"/>
              </a:buClr>
              <a:buSzPts val="3000"/>
              <a:buNone/>
              <a:defRPr/>
            </a:lvl8pPr>
            <a:lvl9pPr lvl="8">
              <a:spcBef>
                <a:spcPts val="0"/>
              </a:spcBef>
              <a:spcAft>
                <a:spcPts val="0"/>
              </a:spcAft>
              <a:buClr>
                <a:schemeClr val="lt1"/>
              </a:buClr>
              <a:buSzPts val="3000"/>
              <a:buNone/>
              <a:defRPr/>
            </a:lvl9pPr>
          </a:lstStyle>
          <a:p/>
        </p:txBody>
      </p:sp>
      <p:sp>
        <p:nvSpPr>
          <p:cNvPr id="404" name="Google Shape;404;p51"/>
          <p:cNvSpPr txBox="1"/>
          <p:nvPr>
            <p:ph idx="1" type="body"/>
          </p:nvPr>
        </p:nvSpPr>
        <p:spPr>
          <a:xfrm>
            <a:off x="4618950" y="2205375"/>
            <a:ext cx="4290000" cy="1629600"/>
          </a:xfrm>
          <a:prstGeom prst="rect">
            <a:avLst/>
          </a:prstGeom>
        </p:spPr>
        <p:txBody>
          <a:bodyPr anchorCtr="0" anchor="b" bIns="91425" lIns="0" spcFirstLastPara="1" rIns="91425" wrap="square" tIns="0">
            <a:noAutofit/>
          </a:bodyPr>
          <a:lstStyle>
            <a:lvl1pPr indent="-304800" lvl="0" marL="457200">
              <a:spcBef>
                <a:spcPts val="0"/>
              </a:spcBef>
              <a:spcAft>
                <a:spcPts val="0"/>
              </a:spcAft>
              <a:buClr>
                <a:schemeClr val="lt1"/>
              </a:buClr>
              <a:buSzPts val="1200"/>
              <a:buFont typeface="Urbanist"/>
              <a:buChar char="●"/>
              <a:defRPr/>
            </a:lvl1pPr>
            <a:lvl2pPr indent="-304800" lvl="1" marL="914400">
              <a:spcBef>
                <a:spcPts val="0"/>
              </a:spcBef>
              <a:spcAft>
                <a:spcPts val="0"/>
              </a:spcAft>
              <a:buClr>
                <a:schemeClr val="lt1"/>
              </a:buClr>
              <a:buSzPts val="1200"/>
              <a:buFont typeface="Urbanist"/>
              <a:buChar char="○"/>
              <a:defRPr/>
            </a:lvl2pPr>
            <a:lvl3pPr indent="-304800" lvl="2" marL="1371600">
              <a:spcBef>
                <a:spcPts val="0"/>
              </a:spcBef>
              <a:spcAft>
                <a:spcPts val="0"/>
              </a:spcAft>
              <a:buClr>
                <a:schemeClr val="lt1"/>
              </a:buClr>
              <a:buSzPts val="1200"/>
              <a:buFont typeface="Urbanist"/>
              <a:buChar char="■"/>
              <a:defRPr/>
            </a:lvl3pPr>
            <a:lvl4pPr indent="-304800" lvl="3" marL="1828800">
              <a:spcBef>
                <a:spcPts val="0"/>
              </a:spcBef>
              <a:spcAft>
                <a:spcPts val="0"/>
              </a:spcAft>
              <a:buClr>
                <a:schemeClr val="lt1"/>
              </a:buClr>
              <a:buSzPts val="1200"/>
              <a:buFont typeface="Urbanist"/>
              <a:buChar char="●"/>
              <a:defRPr/>
            </a:lvl4pPr>
            <a:lvl5pPr indent="-304800" lvl="4" marL="2286000">
              <a:spcBef>
                <a:spcPts val="0"/>
              </a:spcBef>
              <a:spcAft>
                <a:spcPts val="0"/>
              </a:spcAft>
              <a:buClr>
                <a:schemeClr val="lt1"/>
              </a:buClr>
              <a:buSzPts val="1200"/>
              <a:buFont typeface="Urbanist"/>
              <a:buChar char="○"/>
              <a:defRPr/>
            </a:lvl5pPr>
            <a:lvl6pPr indent="-304800" lvl="5" marL="2743200">
              <a:spcBef>
                <a:spcPts val="0"/>
              </a:spcBef>
              <a:spcAft>
                <a:spcPts val="0"/>
              </a:spcAft>
              <a:buClr>
                <a:schemeClr val="lt1"/>
              </a:buClr>
              <a:buSzPts val="1200"/>
              <a:buFont typeface="Urbanist"/>
              <a:buChar char="■"/>
              <a:defRPr/>
            </a:lvl6pPr>
            <a:lvl7pPr indent="-304800" lvl="6" marL="3200400">
              <a:spcBef>
                <a:spcPts val="0"/>
              </a:spcBef>
              <a:spcAft>
                <a:spcPts val="0"/>
              </a:spcAft>
              <a:buClr>
                <a:schemeClr val="lt1"/>
              </a:buClr>
              <a:buSzPts val="1200"/>
              <a:buFont typeface="Urbanist"/>
              <a:buChar char="●"/>
              <a:defRPr/>
            </a:lvl7pPr>
            <a:lvl8pPr indent="-304800" lvl="7" marL="3657600">
              <a:spcBef>
                <a:spcPts val="0"/>
              </a:spcBef>
              <a:spcAft>
                <a:spcPts val="0"/>
              </a:spcAft>
              <a:buClr>
                <a:schemeClr val="lt1"/>
              </a:buClr>
              <a:buSzPts val="1200"/>
              <a:buFont typeface="Urbanist"/>
              <a:buChar char="○"/>
              <a:defRPr/>
            </a:lvl8pPr>
            <a:lvl9pPr indent="-304800" lvl="8" marL="4114800">
              <a:spcBef>
                <a:spcPts val="0"/>
              </a:spcBef>
              <a:spcAft>
                <a:spcPts val="0"/>
              </a:spcAft>
              <a:buClr>
                <a:schemeClr val="lt1"/>
              </a:buClr>
              <a:buSzPts val="1200"/>
              <a:buFont typeface="Urbanist"/>
              <a:buChar char="■"/>
              <a:defRPr/>
            </a:lvl9pPr>
          </a:lstStyle>
          <a:p/>
        </p:txBody>
      </p:sp>
      <p:sp>
        <p:nvSpPr>
          <p:cNvPr id="405" name="Google Shape;405;p51"/>
          <p:cNvSpPr txBox="1"/>
          <p:nvPr>
            <p:ph idx="4"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406" name="Google Shape;406;p51"/>
          <p:cNvSpPr txBox="1"/>
          <p:nvPr>
            <p:ph idx="5"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407" name="Google Shape;407;p51"/>
          <p:cNvSpPr txBox="1"/>
          <p:nvPr>
            <p:ph idx="6"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408" name="Google Shape;408;p51"/>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409" name="Google Shape;409;p51"/>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cxnSp>
        <p:nvCxnSpPr>
          <p:cNvPr id="410" name="Google Shape;410;p51"/>
          <p:cNvCxnSpPr/>
          <p:nvPr/>
        </p:nvCxnSpPr>
        <p:spPr>
          <a:xfrm>
            <a:off x="228600" y="226100"/>
            <a:ext cx="8687100" cy="0"/>
          </a:xfrm>
          <a:prstGeom prst="straightConnector1">
            <a:avLst/>
          </a:prstGeom>
          <a:noFill/>
          <a:ln cap="flat" cmpd="sng" w="9525">
            <a:solidFill>
              <a:schemeClr val="lt2"/>
            </a:solidFill>
            <a:prstDash val="solid"/>
            <a:round/>
            <a:headEnd len="med" w="med" type="none"/>
            <a:tailEnd len="med" w="med" type="none"/>
          </a:ln>
        </p:spPr>
      </p:cxnSp>
      <p:cxnSp>
        <p:nvCxnSpPr>
          <p:cNvPr id="411" name="Google Shape;411;p51"/>
          <p:cNvCxnSpPr/>
          <p:nvPr/>
        </p:nvCxnSpPr>
        <p:spPr>
          <a:xfrm>
            <a:off x="4444600" y="570000"/>
            <a:ext cx="4470900" cy="0"/>
          </a:xfrm>
          <a:prstGeom prst="straightConnector1">
            <a:avLst/>
          </a:prstGeom>
          <a:noFill/>
          <a:ln cap="flat" cmpd="sng" w="9525">
            <a:solidFill>
              <a:schemeClr val="lt2"/>
            </a:solidFill>
            <a:prstDash val="solid"/>
            <a:round/>
            <a:headEnd len="med" w="med" type="none"/>
            <a:tailEnd len="med" w="med" type="none"/>
          </a:ln>
        </p:spPr>
      </p:cxnSp>
      <p:cxnSp>
        <p:nvCxnSpPr>
          <p:cNvPr id="412" name="Google Shape;412;p51"/>
          <p:cNvCxnSpPr/>
          <p:nvPr/>
        </p:nvCxnSpPr>
        <p:spPr>
          <a:xfrm>
            <a:off x="4442500" y="226100"/>
            <a:ext cx="0" cy="4457700"/>
          </a:xfrm>
          <a:prstGeom prst="straightConnector1">
            <a:avLst/>
          </a:prstGeom>
          <a:noFill/>
          <a:ln cap="flat" cmpd="sng" w="9525">
            <a:solidFill>
              <a:schemeClr val="lt2"/>
            </a:solidFill>
            <a:prstDash val="solid"/>
            <a:round/>
            <a:headEnd len="med" w="med" type="none"/>
            <a:tailEnd len="med" w="med" type="none"/>
          </a:ln>
        </p:spPr>
      </p:cxnSp>
      <p:cxnSp>
        <p:nvCxnSpPr>
          <p:cNvPr id="413" name="Google Shape;413;p51"/>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ALT 1">
  <p:cSld name="BLANK_1_1_1_1_3">
    <p:spTree>
      <p:nvGrpSpPr>
        <p:cNvPr id="414" name="Shape 414"/>
        <p:cNvGrpSpPr/>
        <p:nvPr/>
      </p:nvGrpSpPr>
      <p:grpSpPr>
        <a:xfrm>
          <a:off x="0" y="0"/>
          <a:ext cx="0" cy="0"/>
          <a:chOff x="0" y="0"/>
          <a:chExt cx="0" cy="0"/>
        </a:xfrm>
      </p:grpSpPr>
      <p:sp>
        <p:nvSpPr>
          <p:cNvPr id="415" name="Google Shape;415;p52"/>
          <p:cNvSpPr txBox="1"/>
          <p:nvPr>
            <p:ph type="title"/>
          </p:nvPr>
        </p:nvSpPr>
        <p:spPr>
          <a:xfrm>
            <a:off x="228600" y="613525"/>
            <a:ext cx="3904500" cy="11628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p:txBody>
      </p:sp>
      <p:sp>
        <p:nvSpPr>
          <p:cNvPr id="416" name="Google Shape;416;p52"/>
          <p:cNvSpPr/>
          <p:nvPr>
            <p:ph idx="2" type="pic"/>
          </p:nvPr>
        </p:nvSpPr>
        <p:spPr>
          <a:xfrm>
            <a:off x="4523050" y="737975"/>
            <a:ext cx="2164800" cy="1350300"/>
          </a:xfrm>
          <a:prstGeom prst="roundRect">
            <a:avLst>
              <a:gd fmla="val 7802" name="adj"/>
            </a:avLst>
          </a:prstGeom>
          <a:noFill/>
          <a:ln cap="flat" cmpd="sng" w="9525">
            <a:solidFill>
              <a:schemeClr val="accent1"/>
            </a:solidFill>
            <a:prstDash val="solid"/>
            <a:round/>
            <a:headEnd len="sm" w="sm" type="none"/>
            <a:tailEnd len="sm" w="sm" type="none"/>
          </a:ln>
        </p:spPr>
      </p:sp>
      <p:sp>
        <p:nvSpPr>
          <p:cNvPr id="417" name="Google Shape;417;p52"/>
          <p:cNvSpPr/>
          <p:nvPr>
            <p:ph idx="3" type="pic"/>
          </p:nvPr>
        </p:nvSpPr>
        <p:spPr>
          <a:xfrm>
            <a:off x="6752100" y="737775"/>
            <a:ext cx="2164800" cy="1350300"/>
          </a:xfrm>
          <a:prstGeom prst="roundRect">
            <a:avLst>
              <a:gd fmla="val 7802" name="adj"/>
            </a:avLst>
          </a:prstGeom>
          <a:noFill/>
          <a:ln cap="flat" cmpd="sng" w="9525">
            <a:solidFill>
              <a:schemeClr val="accent1"/>
            </a:solidFill>
            <a:prstDash val="solid"/>
            <a:round/>
            <a:headEnd len="sm" w="sm" type="none"/>
            <a:tailEnd len="sm" w="sm" type="none"/>
          </a:ln>
        </p:spPr>
      </p:sp>
      <p:sp>
        <p:nvSpPr>
          <p:cNvPr id="418" name="Google Shape;418;p52"/>
          <p:cNvSpPr/>
          <p:nvPr>
            <p:ph idx="4" type="pic"/>
          </p:nvPr>
        </p:nvSpPr>
        <p:spPr>
          <a:xfrm>
            <a:off x="4523050" y="2158000"/>
            <a:ext cx="4394100" cy="2282700"/>
          </a:xfrm>
          <a:prstGeom prst="roundRect">
            <a:avLst>
              <a:gd fmla="val 6108" name="adj"/>
            </a:avLst>
          </a:prstGeom>
          <a:noFill/>
          <a:ln cap="flat" cmpd="sng" w="9525">
            <a:solidFill>
              <a:schemeClr val="accent1"/>
            </a:solidFill>
            <a:prstDash val="solid"/>
            <a:round/>
            <a:headEnd len="sm" w="sm" type="none"/>
            <a:tailEnd len="sm" w="sm" type="none"/>
          </a:ln>
        </p:spPr>
      </p:sp>
      <p:sp>
        <p:nvSpPr>
          <p:cNvPr id="419" name="Google Shape;419;p52"/>
          <p:cNvSpPr txBox="1"/>
          <p:nvPr>
            <p:ph idx="1" type="body"/>
          </p:nvPr>
        </p:nvSpPr>
        <p:spPr>
          <a:xfrm>
            <a:off x="233850" y="3127075"/>
            <a:ext cx="2920800" cy="13137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420" name="Google Shape;420;p52"/>
          <p:cNvSpPr txBox="1"/>
          <p:nvPr>
            <p:ph idx="5"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421" name="Google Shape;421;p52"/>
          <p:cNvSpPr txBox="1"/>
          <p:nvPr>
            <p:ph idx="6"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422" name="Google Shape;422;p52"/>
          <p:cNvSpPr txBox="1"/>
          <p:nvPr>
            <p:ph idx="7"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423" name="Google Shape;423;p52"/>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424" name="Google Shape;424;p52"/>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425" name="Google Shape;425;p52"/>
          <p:cNvSpPr txBox="1"/>
          <p:nvPr>
            <p:ph idx="8"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p:txBody>
      </p:sp>
      <p:cxnSp>
        <p:nvCxnSpPr>
          <p:cNvPr id="426" name="Google Shape;426;p52"/>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Tree>
  </p:cSld>
  <p:clrMapOvr>
    <a:masterClrMapping/>
  </p:clrMapOvr>
  <p:extLst>
    <p:ext uri="{DCECCB84-F9BA-43D5-87BE-67443E8EF086}">
      <p15:sldGuideLst>
        <p15:guide id="1" orient="horz" pos="2805">
          <p15:clr>
            <a:srgbClr val="E46962"/>
          </p15:clr>
        </p15:guide>
      </p15:sldGuideLst>
    </p:ext>
  </p:extLst>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ALT 1">
  <p:cSld name="BLANK_1_1_1_1_2">
    <p:spTree>
      <p:nvGrpSpPr>
        <p:cNvPr id="427" name="Shape 427"/>
        <p:cNvGrpSpPr/>
        <p:nvPr/>
      </p:nvGrpSpPr>
      <p:grpSpPr>
        <a:xfrm>
          <a:off x="0" y="0"/>
          <a:ext cx="0" cy="0"/>
          <a:chOff x="0" y="0"/>
          <a:chExt cx="0" cy="0"/>
        </a:xfrm>
      </p:grpSpPr>
      <p:pic>
        <p:nvPicPr>
          <p:cNvPr id="428" name="Google Shape;428;p53"/>
          <p:cNvPicPr preferRelativeResize="0"/>
          <p:nvPr/>
        </p:nvPicPr>
        <p:blipFill rotWithShape="1">
          <a:blip r:embed="rId2">
            <a:alphaModFix amt="60000"/>
          </a:blip>
          <a:srcRect b="14588" l="0" r="15469" t="0"/>
          <a:stretch/>
        </p:blipFill>
        <p:spPr>
          <a:xfrm>
            <a:off x="25" y="1172500"/>
            <a:ext cx="5181349" cy="3493250"/>
          </a:xfrm>
          <a:prstGeom prst="rect">
            <a:avLst/>
          </a:prstGeom>
          <a:noFill/>
          <a:ln>
            <a:noFill/>
          </a:ln>
        </p:spPr>
      </p:pic>
      <p:sp>
        <p:nvSpPr>
          <p:cNvPr id="429" name="Google Shape;429;p53"/>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430" name="Google Shape;430;p53"/>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431" name="Google Shape;431;p53"/>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432" name="Google Shape;432;p53"/>
          <p:cNvSpPr txBox="1"/>
          <p:nvPr>
            <p:ph type="title"/>
          </p:nvPr>
        </p:nvSpPr>
        <p:spPr>
          <a:xfrm>
            <a:off x="277500" y="228600"/>
            <a:ext cx="3904500" cy="11628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p:txBody>
      </p:sp>
      <p:cxnSp>
        <p:nvCxnSpPr>
          <p:cNvPr id="433" name="Google Shape;433;p53"/>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434" name="Google Shape;434;p53"/>
          <p:cNvSpPr txBox="1"/>
          <p:nvPr>
            <p:ph idx="4" type="subTitle"/>
          </p:nvPr>
        </p:nvSpPr>
        <p:spPr>
          <a:xfrm>
            <a:off x="4744575" y="387150"/>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435" name="Google Shape;435;p53"/>
          <p:cNvSpPr txBox="1"/>
          <p:nvPr>
            <p:ph idx="5" type="subTitle"/>
          </p:nvPr>
        </p:nvSpPr>
        <p:spPr>
          <a:xfrm>
            <a:off x="4744575" y="1066588"/>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436" name="Google Shape;436;p53"/>
          <p:cNvSpPr txBox="1"/>
          <p:nvPr>
            <p:ph idx="6" type="subTitle"/>
          </p:nvPr>
        </p:nvSpPr>
        <p:spPr>
          <a:xfrm>
            <a:off x="4744575" y="1742700"/>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437" name="Google Shape;437;p53"/>
          <p:cNvSpPr txBox="1"/>
          <p:nvPr>
            <p:ph idx="7" type="subTitle"/>
          </p:nvPr>
        </p:nvSpPr>
        <p:spPr>
          <a:xfrm>
            <a:off x="4744575" y="2420513"/>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438" name="Google Shape;438;p53"/>
          <p:cNvSpPr txBox="1"/>
          <p:nvPr>
            <p:ph idx="8" type="subTitle"/>
          </p:nvPr>
        </p:nvSpPr>
        <p:spPr>
          <a:xfrm>
            <a:off x="4744575" y="3098275"/>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439" name="Google Shape;439;p53"/>
          <p:cNvSpPr txBox="1"/>
          <p:nvPr>
            <p:ph idx="9" type="subTitle"/>
          </p:nvPr>
        </p:nvSpPr>
        <p:spPr>
          <a:xfrm>
            <a:off x="4744575" y="3776075"/>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440" name="Google Shape;440;p53"/>
          <p:cNvSpPr txBox="1"/>
          <p:nvPr>
            <p:ph idx="13" type="subTitle"/>
          </p:nvPr>
        </p:nvSpPr>
        <p:spPr>
          <a:xfrm>
            <a:off x="5067075" y="387150"/>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441" name="Google Shape;441;p53"/>
          <p:cNvSpPr txBox="1"/>
          <p:nvPr>
            <p:ph idx="14" type="subTitle"/>
          </p:nvPr>
        </p:nvSpPr>
        <p:spPr>
          <a:xfrm>
            <a:off x="5067075" y="1061588"/>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442" name="Google Shape;442;p53"/>
          <p:cNvSpPr txBox="1"/>
          <p:nvPr>
            <p:ph idx="15" type="subTitle"/>
          </p:nvPr>
        </p:nvSpPr>
        <p:spPr>
          <a:xfrm>
            <a:off x="5067075" y="1739350"/>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443" name="Google Shape;443;p53"/>
          <p:cNvSpPr txBox="1"/>
          <p:nvPr>
            <p:ph idx="16" type="subTitle"/>
          </p:nvPr>
        </p:nvSpPr>
        <p:spPr>
          <a:xfrm>
            <a:off x="5067075" y="2424100"/>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444" name="Google Shape;444;p53"/>
          <p:cNvSpPr txBox="1"/>
          <p:nvPr>
            <p:ph idx="17" type="subTitle"/>
          </p:nvPr>
        </p:nvSpPr>
        <p:spPr>
          <a:xfrm>
            <a:off x="5067075" y="3094938"/>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445" name="Google Shape;445;p53"/>
          <p:cNvSpPr txBox="1"/>
          <p:nvPr>
            <p:ph idx="18" type="subTitle"/>
          </p:nvPr>
        </p:nvSpPr>
        <p:spPr>
          <a:xfrm>
            <a:off x="5067075" y="3765788"/>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446" name="Google Shape;446;p53"/>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447" name="Google Shape;447;p53"/>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s">
  <p:cSld name="BLANK_1_1_1_1_2_1">
    <p:spTree>
      <p:nvGrpSpPr>
        <p:cNvPr id="448" name="Shape 448"/>
        <p:cNvGrpSpPr/>
        <p:nvPr/>
      </p:nvGrpSpPr>
      <p:grpSpPr>
        <a:xfrm>
          <a:off x="0" y="0"/>
          <a:ext cx="0" cy="0"/>
          <a:chOff x="0" y="0"/>
          <a:chExt cx="0" cy="0"/>
        </a:xfrm>
      </p:grpSpPr>
      <p:sp>
        <p:nvSpPr>
          <p:cNvPr id="449" name="Google Shape;449;p54"/>
          <p:cNvSpPr/>
          <p:nvPr>
            <p:ph idx="2" type="pic"/>
          </p:nvPr>
        </p:nvSpPr>
        <p:spPr>
          <a:xfrm>
            <a:off x="4618950" y="228600"/>
            <a:ext cx="1370400" cy="1357500"/>
          </a:xfrm>
          <a:prstGeom prst="roundRect">
            <a:avLst>
              <a:gd fmla="val 16935" name="adj"/>
            </a:avLst>
          </a:prstGeom>
          <a:noFill/>
          <a:ln>
            <a:noFill/>
          </a:ln>
        </p:spPr>
      </p:sp>
      <p:sp>
        <p:nvSpPr>
          <p:cNvPr id="450" name="Google Shape;450;p54"/>
          <p:cNvSpPr txBox="1"/>
          <p:nvPr>
            <p:ph idx="1" type="subTitle"/>
          </p:nvPr>
        </p:nvSpPr>
        <p:spPr>
          <a:xfrm>
            <a:off x="4619000" y="1702322"/>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451" name="Google Shape;451;p54"/>
          <p:cNvSpPr txBox="1"/>
          <p:nvPr>
            <p:ph idx="3"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452" name="Google Shape;452;p54"/>
          <p:cNvSpPr txBox="1"/>
          <p:nvPr>
            <p:ph idx="4"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453" name="Google Shape;453;p54"/>
          <p:cNvSpPr txBox="1"/>
          <p:nvPr>
            <p:ph idx="5"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454" name="Google Shape;454;p54"/>
          <p:cNvSpPr txBox="1"/>
          <p:nvPr>
            <p:ph type="title"/>
          </p:nvPr>
        </p:nvSpPr>
        <p:spPr>
          <a:xfrm>
            <a:off x="228600" y="234750"/>
            <a:ext cx="3904500" cy="11628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p:txBody>
      </p:sp>
      <p:sp>
        <p:nvSpPr>
          <p:cNvPr id="455" name="Google Shape;455;p54"/>
          <p:cNvSpPr txBox="1"/>
          <p:nvPr>
            <p:ph idx="6" type="subTitle"/>
          </p:nvPr>
        </p:nvSpPr>
        <p:spPr>
          <a:xfrm>
            <a:off x="4619000" y="1880160"/>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456" name="Google Shape;456;p54"/>
          <p:cNvSpPr/>
          <p:nvPr>
            <p:ph idx="7" type="pic"/>
          </p:nvPr>
        </p:nvSpPr>
        <p:spPr>
          <a:xfrm>
            <a:off x="6080700" y="228600"/>
            <a:ext cx="1370400" cy="1357500"/>
          </a:xfrm>
          <a:prstGeom prst="roundRect">
            <a:avLst>
              <a:gd fmla="val 16935" name="adj"/>
            </a:avLst>
          </a:prstGeom>
          <a:noFill/>
          <a:ln>
            <a:noFill/>
          </a:ln>
        </p:spPr>
      </p:sp>
      <p:sp>
        <p:nvSpPr>
          <p:cNvPr id="457" name="Google Shape;457;p54"/>
          <p:cNvSpPr txBox="1"/>
          <p:nvPr>
            <p:ph idx="8" type="subTitle"/>
          </p:nvPr>
        </p:nvSpPr>
        <p:spPr>
          <a:xfrm>
            <a:off x="6080750" y="1702321"/>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458" name="Google Shape;458;p54"/>
          <p:cNvSpPr txBox="1"/>
          <p:nvPr>
            <p:ph idx="9" type="subTitle"/>
          </p:nvPr>
        </p:nvSpPr>
        <p:spPr>
          <a:xfrm>
            <a:off x="6080750" y="1880160"/>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459" name="Google Shape;459;p54"/>
          <p:cNvSpPr/>
          <p:nvPr>
            <p:ph idx="13" type="pic"/>
          </p:nvPr>
        </p:nvSpPr>
        <p:spPr>
          <a:xfrm>
            <a:off x="7542450" y="228600"/>
            <a:ext cx="1370400" cy="1357500"/>
          </a:xfrm>
          <a:prstGeom prst="roundRect">
            <a:avLst>
              <a:gd fmla="val 16935" name="adj"/>
            </a:avLst>
          </a:prstGeom>
          <a:noFill/>
          <a:ln>
            <a:noFill/>
          </a:ln>
        </p:spPr>
      </p:sp>
      <p:sp>
        <p:nvSpPr>
          <p:cNvPr id="460" name="Google Shape;460;p54"/>
          <p:cNvSpPr txBox="1"/>
          <p:nvPr>
            <p:ph idx="14" type="subTitle"/>
          </p:nvPr>
        </p:nvSpPr>
        <p:spPr>
          <a:xfrm>
            <a:off x="7542500" y="1702321"/>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461" name="Google Shape;461;p54"/>
          <p:cNvSpPr txBox="1"/>
          <p:nvPr>
            <p:ph idx="15" type="subTitle"/>
          </p:nvPr>
        </p:nvSpPr>
        <p:spPr>
          <a:xfrm>
            <a:off x="7542500" y="1880160"/>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462" name="Google Shape;462;p54"/>
          <p:cNvSpPr/>
          <p:nvPr>
            <p:ph idx="16" type="pic"/>
          </p:nvPr>
        </p:nvSpPr>
        <p:spPr>
          <a:xfrm>
            <a:off x="4618950" y="2295725"/>
            <a:ext cx="1370400" cy="1357500"/>
          </a:xfrm>
          <a:prstGeom prst="roundRect">
            <a:avLst>
              <a:gd fmla="val 16935" name="adj"/>
            </a:avLst>
          </a:prstGeom>
          <a:noFill/>
          <a:ln>
            <a:noFill/>
          </a:ln>
        </p:spPr>
      </p:sp>
      <p:sp>
        <p:nvSpPr>
          <p:cNvPr id="463" name="Google Shape;463;p54"/>
          <p:cNvSpPr txBox="1"/>
          <p:nvPr>
            <p:ph idx="17" type="subTitle"/>
          </p:nvPr>
        </p:nvSpPr>
        <p:spPr>
          <a:xfrm>
            <a:off x="4619000" y="3769446"/>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464" name="Google Shape;464;p54"/>
          <p:cNvSpPr txBox="1"/>
          <p:nvPr>
            <p:ph idx="18" type="subTitle"/>
          </p:nvPr>
        </p:nvSpPr>
        <p:spPr>
          <a:xfrm>
            <a:off x="4619000" y="3947285"/>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465" name="Google Shape;465;p54"/>
          <p:cNvSpPr/>
          <p:nvPr>
            <p:ph idx="19" type="pic"/>
          </p:nvPr>
        </p:nvSpPr>
        <p:spPr>
          <a:xfrm>
            <a:off x="6080700" y="2295725"/>
            <a:ext cx="1370400" cy="1357500"/>
          </a:xfrm>
          <a:prstGeom prst="roundRect">
            <a:avLst>
              <a:gd fmla="val 16935" name="adj"/>
            </a:avLst>
          </a:prstGeom>
          <a:noFill/>
          <a:ln>
            <a:noFill/>
          </a:ln>
        </p:spPr>
      </p:sp>
      <p:sp>
        <p:nvSpPr>
          <p:cNvPr id="466" name="Google Shape;466;p54"/>
          <p:cNvSpPr txBox="1"/>
          <p:nvPr>
            <p:ph idx="20" type="subTitle"/>
          </p:nvPr>
        </p:nvSpPr>
        <p:spPr>
          <a:xfrm>
            <a:off x="6080750" y="3769447"/>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467" name="Google Shape;467;p54"/>
          <p:cNvSpPr txBox="1"/>
          <p:nvPr>
            <p:ph idx="21" type="subTitle"/>
          </p:nvPr>
        </p:nvSpPr>
        <p:spPr>
          <a:xfrm>
            <a:off x="6080750" y="3947285"/>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468" name="Google Shape;468;p54"/>
          <p:cNvSpPr/>
          <p:nvPr>
            <p:ph idx="22" type="pic"/>
          </p:nvPr>
        </p:nvSpPr>
        <p:spPr>
          <a:xfrm>
            <a:off x="7542450" y="2295725"/>
            <a:ext cx="1370400" cy="1357500"/>
          </a:xfrm>
          <a:prstGeom prst="roundRect">
            <a:avLst>
              <a:gd fmla="val 16935" name="adj"/>
            </a:avLst>
          </a:prstGeom>
          <a:noFill/>
          <a:ln>
            <a:noFill/>
          </a:ln>
        </p:spPr>
      </p:sp>
      <p:sp>
        <p:nvSpPr>
          <p:cNvPr id="469" name="Google Shape;469;p54"/>
          <p:cNvSpPr txBox="1"/>
          <p:nvPr>
            <p:ph idx="23" type="subTitle"/>
          </p:nvPr>
        </p:nvSpPr>
        <p:spPr>
          <a:xfrm>
            <a:off x="7542500" y="3769446"/>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470" name="Google Shape;470;p54"/>
          <p:cNvSpPr txBox="1"/>
          <p:nvPr>
            <p:ph idx="24" type="subTitle"/>
          </p:nvPr>
        </p:nvSpPr>
        <p:spPr>
          <a:xfrm>
            <a:off x="7542500" y="3947285"/>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cxnSp>
        <p:nvCxnSpPr>
          <p:cNvPr id="471" name="Google Shape;471;p54"/>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472" name="Google Shape;472;p54"/>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473" name="Google Shape;473;p54"/>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ALT 2">
  <p:cSld name="BLANK_1_1_1_1_1_1">
    <p:spTree>
      <p:nvGrpSpPr>
        <p:cNvPr id="474" name="Shape 474"/>
        <p:cNvGrpSpPr/>
        <p:nvPr/>
      </p:nvGrpSpPr>
      <p:grpSpPr>
        <a:xfrm>
          <a:off x="0" y="0"/>
          <a:ext cx="0" cy="0"/>
          <a:chOff x="0" y="0"/>
          <a:chExt cx="0" cy="0"/>
        </a:xfrm>
      </p:grpSpPr>
      <p:sp>
        <p:nvSpPr>
          <p:cNvPr id="475" name="Google Shape;475;p55"/>
          <p:cNvSpPr/>
          <p:nvPr>
            <p:ph idx="2" type="pic"/>
          </p:nvPr>
        </p:nvSpPr>
        <p:spPr>
          <a:xfrm>
            <a:off x="9425" y="-3075"/>
            <a:ext cx="9144000" cy="4641000"/>
          </a:xfrm>
          <a:prstGeom prst="rect">
            <a:avLst/>
          </a:prstGeom>
          <a:noFill/>
          <a:ln>
            <a:noFill/>
          </a:ln>
        </p:spPr>
      </p:sp>
      <p:sp>
        <p:nvSpPr>
          <p:cNvPr id="476" name="Google Shape;476;p55"/>
          <p:cNvSpPr txBox="1"/>
          <p:nvPr>
            <p:ph type="title"/>
          </p:nvPr>
        </p:nvSpPr>
        <p:spPr>
          <a:xfrm>
            <a:off x="234125" y="3337800"/>
            <a:ext cx="8574600" cy="1114800"/>
          </a:xfrm>
          <a:prstGeom prst="rect">
            <a:avLst/>
          </a:prstGeom>
        </p:spPr>
        <p:txBody>
          <a:bodyPr anchorCtr="0" anchor="b" bIns="0" lIns="0" spcFirstLastPara="1" rIns="0" wrap="square" tIns="0">
            <a:noAutofit/>
          </a:bodyPr>
          <a:lstStyle>
            <a:lvl1pPr lvl="0">
              <a:spcBef>
                <a:spcPts val="0"/>
              </a:spcBef>
              <a:spcAft>
                <a:spcPts val="0"/>
              </a:spcAft>
              <a:buNone/>
              <a:defRPr sz="3400"/>
            </a:lvl1pPr>
            <a:lvl2pPr lvl="1">
              <a:lnSpc>
                <a:spcPct val="115000"/>
              </a:lnSpc>
              <a:spcBef>
                <a:spcPts val="0"/>
              </a:spcBef>
              <a:spcAft>
                <a:spcPts val="0"/>
              </a:spcAft>
              <a:buNone/>
              <a:defRPr sz="3400"/>
            </a:lvl2pPr>
            <a:lvl3pPr lvl="2">
              <a:lnSpc>
                <a:spcPct val="115000"/>
              </a:lnSpc>
              <a:spcBef>
                <a:spcPts val="0"/>
              </a:spcBef>
              <a:spcAft>
                <a:spcPts val="0"/>
              </a:spcAft>
              <a:buNone/>
              <a:defRPr sz="3400"/>
            </a:lvl3pPr>
            <a:lvl4pPr lvl="3">
              <a:lnSpc>
                <a:spcPct val="115000"/>
              </a:lnSpc>
              <a:spcBef>
                <a:spcPts val="0"/>
              </a:spcBef>
              <a:spcAft>
                <a:spcPts val="0"/>
              </a:spcAft>
              <a:buNone/>
              <a:defRPr sz="3400"/>
            </a:lvl4pPr>
            <a:lvl5pPr lvl="4">
              <a:lnSpc>
                <a:spcPct val="115000"/>
              </a:lnSpc>
              <a:spcBef>
                <a:spcPts val="0"/>
              </a:spcBef>
              <a:spcAft>
                <a:spcPts val="0"/>
              </a:spcAft>
              <a:buNone/>
              <a:defRPr sz="3400"/>
            </a:lvl5pPr>
            <a:lvl6pPr lvl="5">
              <a:lnSpc>
                <a:spcPct val="115000"/>
              </a:lnSpc>
              <a:spcBef>
                <a:spcPts val="0"/>
              </a:spcBef>
              <a:spcAft>
                <a:spcPts val="0"/>
              </a:spcAft>
              <a:buNone/>
              <a:defRPr sz="3400"/>
            </a:lvl6pPr>
            <a:lvl7pPr lvl="6">
              <a:lnSpc>
                <a:spcPct val="115000"/>
              </a:lnSpc>
              <a:spcBef>
                <a:spcPts val="0"/>
              </a:spcBef>
              <a:spcAft>
                <a:spcPts val="0"/>
              </a:spcAft>
              <a:buNone/>
              <a:defRPr sz="3400"/>
            </a:lvl7pPr>
            <a:lvl8pPr lvl="7">
              <a:lnSpc>
                <a:spcPct val="115000"/>
              </a:lnSpc>
              <a:spcBef>
                <a:spcPts val="0"/>
              </a:spcBef>
              <a:spcAft>
                <a:spcPts val="0"/>
              </a:spcAft>
              <a:buNone/>
              <a:defRPr sz="3400"/>
            </a:lvl8pPr>
            <a:lvl9pPr lvl="8">
              <a:lnSpc>
                <a:spcPct val="115000"/>
              </a:lnSpc>
              <a:spcBef>
                <a:spcPts val="0"/>
              </a:spcBef>
              <a:spcAft>
                <a:spcPts val="0"/>
              </a:spcAft>
              <a:buNone/>
              <a:defRPr sz="3400"/>
            </a:lvl9pPr>
          </a:lstStyle>
          <a:p/>
        </p:txBody>
      </p:sp>
      <p:sp>
        <p:nvSpPr>
          <p:cNvPr id="477" name="Google Shape;477;p55"/>
          <p:cNvSpPr txBox="1"/>
          <p:nvPr>
            <p:ph idx="1" type="subTitle"/>
          </p:nvPr>
        </p:nvSpPr>
        <p:spPr>
          <a:xfrm>
            <a:off x="228600" y="228600"/>
            <a:ext cx="28701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p:txBody>
      </p:sp>
      <p:sp>
        <p:nvSpPr>
          <p:cNvPr id="478" name="Google Shape;478;p55"/>
          <p:cNvSpPr txBox="1"/>
          <p:nvPr>
            <p:ph idx="3"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479" name="Google Shape;479;p55"/>
          <p:cNvSpPr txBox="1"/>
          <p:nvPr>
            <p:ph idx="4"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480" name="Google Shape;480;p55"/>
          <p:cNvSpPr txBox="1"/>
          <p:nvPr>
            <p:ph idx="5"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481" name="Google Shape;481;p55"/>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482" name="Google Shape;482;p55"/>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483" name="Google Shape;483;p55"/>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rds w/ images">
  <p:cSld name="BLANK_1_1_1_1_1_1_1_1_1_1_3">
    <p:spTree>
      <p:nvGrpSpPr>
        <p:cNvPr id="484" name="Shape 484"/>
        <p:cNvGrpSpPr/>
        <p:nvPr/>
      </p:nvGrpSpPr>
      <p:grpSpPr>
        <a:xfrm>
          <a:off x="0" y="0"/>
          <a:ext cx="0" cy="0"/>
          <a:chOff x="0" y="0"/>
          <a:chExt cx="0" cy="0"/>
        </a:xfrm>
      </p:grpSpPr>
      <p:sp>
        <p:nvSpPr>
          <p:cNvPr id="485" name="Google Shape;485;p56"/>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486" name="Google Shape;486;p56"/>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487" name="Google Shape;487;p56"/>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grpSp>
        <p:nvGrpSpPr>
          <p:cNvPr id="488" name="Google Shape;488;p56"/>
          <p:cNvGrpSpPr/>
          <p:nvPr/>
        </p:nvGrpSpPr>
        <p:grpSpPr>
          <a:xfrm rot="5400000">
            <a:off x="8691475" y="228504"/>
            <a:ext cx="228589" cy="228623"/>
            <a:chOff x="1688332" y="4135245"/>
            <a:chExt cx="338700" cy="338700"/>
          </a:xfrm>
        </p:grpSpPr>
        <p:sp>
          <p:nvSpPr>
            <p:cNvPr id="489" name="Google Shape;489;p56"/>
            <p:cNvSpPr/>
            <p:nvPr/>
          </p:nvSpPr>
          <p:spPr>
            <a:xfrm rot="-5400000">
              <a:off x="1688332" y="4135245"/>
              <a:ext cx="338700" cy="3387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grpSp>
          <p:nvGrpSpPr>
            <p:cNvPr id="490" name="Google Shape;490;p56"/>
            <p:cNvGrpSpPr/>
            <p:nvPr/>
          </p:nvGrpSpPr>
          <p:grpSpPr>
            <a:xfrm rot="-5400000">
              <a:off x="1787014" y="4262191"/>
              <a:ext cx="169598" cy="84809"/>
              <a:chOff x="498725" y="2069800"/>
              <a:chExt cx="205200" cy="102600"/>
            </a:xfrm>
          </p:grpSpPr>
          <p:cxnSp>
            <p:nvCxnSpPr>
              <p:cNvPr id="491" name="Google Shape;491;p56"/>
              <p:cNvCxnSpPr/>
              <p:nvPr/>
            </p:nvCxnSpPr>
            <p:spPr>
              <a:xfrm>
                <a:off x="498725" y="2069800"/>
                <a:ext cx="102600" cy="102600"/>
              </a:xfrm>
              <a:prstGeom prst="straightConnector1">
                <a:avLst/>
              </a:prstGeom>
              <a:noFill/>
              <a:ln cap="flat" cmpd="sng" w="9525">
                <a:solidFill>
                  <a:schemeClr val="dk1"/>
                </a:solidFill>
                <a:prstDash val="solid"/>
                <a:round/>
                <a:headEnd len="med" w="med" type="none"/>
                <a:tailEnd len="med" w="med" type="none"/>
              </a:ln>
            </p:spPr>
          </p:cxnSp>
          <p:cxnSp>
            <p:nvCxnSpPr>
              <p:cNvPr id="492" name="Google Shape;492;p56"/>
              <p:cNvCxnSpPr/>
              <p:nvPr/>
            </p:nvCxnSpPr>
            <p:spPr>
              <a:xfrm flipH="1">
                <a:off x="601325" y="2069800"/>
                <a:ext cx="102600" cy="102600"/>
              </a:xfrm>
              <a:prstGeom prst="straightConnector1">
                <a:avLst/>
              </a:prstGeom>
              <a:noFill/>
              <a:ln cap="flat" cmpd="sng" w="9525">
                <a:solidFill>
                  <a:schemeClr val="dk1"/>
                </a:solidFill>
                <a:prstDash val="solid"/>
                <a:round/>
                <a:headEnd len="med" w="med" type="none"/>
                <a:tailEnd len="med" w="med" type="none"/>
              </a:ln>
            </p:spPr>
          </p:cxnSp>
        </p:grpSp>
      </p:grpSp>
      <p:sp>
        <p:nvSpPr>
          <p:cNvPr id="493" name="Google Shape;493;p56"/>
          <p:cNvSpPr/>
          <p:nvPr>
            <p:ph idx="4" type="pic"/>
          </p:nvPr>
        </p:nvSpPr>
        <p:spPr>
          <a:xfrm>
            <a:off x="426700" y="1896600"/>
            <a:ext cx="665400" cy="685500"/>
          </a:xfrm>
          <a:prstGeom prst="roundRect">
            <a:avLst>
              <a:gd fmla="val 17601" name="adj"/>
            </a:avLst>
          </a:prstGeom>
          <a:noFill/>
          <a:ln>
            <a:noFill/>
          </a:ln>
        </p:spPr>
      </p:sp>
      <p:sp>
        <p:nvSpPr>
          <p:cNvPr id="494" name="Google Shape;494;p56"/>
          <p:cNvSpPr txBox="1"/>
          <p:nvPr>
            <p:ph idx="5" type="subTitle"/>
          </p:nvPr>
        </p:nvSpPr>
        <p:spPr>
          <a:xfrm>
            <a:off x="426700" y="2708802"/>
            <a:ext cx="1761900" cy="228600"/>
          </a:xfrm>
          <a:prstGeom prst="rect">
            <a:avLst/>
          </a:prstGeom>
        </p:spPr>
        <p:txBody>
          <a:bodyPr anchorCtr="0" anchor="b" bIns="0" lIns="0" spcFirstLastPara="1" rIns="91425" wrap="square" tIns="0">
            <a:noAutofit/>
          </a:bodyPr>
          <a:lstStyle>
            <a:lvl1pPr lvl="0">
              <a:lnSpc>
                <a:spcPct val="85000"/>
              </a:lnSpc>
              <a:spcBef>
                <a:spcPts val="0"/>
              </a:spcBef>
              <a:spcAft>
                <a:spcPts val="0"/>
              </a:spcAft>
              <a:buNone/>
              <a:defRPr>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495" name="Google Shape;495;p56"/>
          <p:cNvSpPr txBox="1"/>
          <p:nvPr>
            <p:ph idx="6" type="subTitle"/>
          </p:nvPr>
        </p:nvSpPr>
        <p:spPr>
          <a:xfrm>
            <a:off x="426700" y="2936076"/>
            <a:ext cx="1761900" cy="163800"/>
          </a:xfrm>
          <a:prstGeom prst="rect">
            <a:avLst/>
          </a:prstGeom>
        </p:spPr>
        <p:txBody>
          <a:bodyPr anchorCtr="0" anchor="t" bIns="0" lIns="0" spcFirstLastPara="1" rIns="91425" wrap="square" tIns="0">
            <a:noAutofit/>
          </a:bodyPr>
          <a:lstStyle>
            <a:lvl1pPr lvl="0">
              <a:lnSpc>
                <a:spcPct val="85000"/>
              </a:lnSpc>
              <a:spcBef>
                <a:spcPts val="0"/>
              </a:spcBef>
              <a:spcAft>
                <a:spcPts val="0"/>
              </a:spcAft>
              <a:buNone/>
              <a:defRPr sz="1200">
                <a:latin typeface="Urbanist Medium"/>
                <a:ea typeface="Urbanist Medium"/>
                <a:cs typeface="Urbanist Medium"/>
                <a:sym typeface="Urbanist Medium"/>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496" name="Google Shape;496;p56"/>
          <p:cNvSpPr txBox="1"/>
          <p:nvPr>
            <p:ph idx="7" type="body"/>
          </p:nvPr>
        </p:nvSpPr>
        <p:spPr>
          <a:xfrm>
            <a:off x="426700" y="3251425"/>
            <a:ext cx="1761900" cy="965100"/>
          </a:xfrm>
          <a:prstGeom prst="rect">
            <a:avLst/>
          </a:prstGeom>
        </p:spPr>
        <p:txBody>
          <a:bodyPr anchorCtr="0" anchor="t" bIns="0" lIns="0" spcFirstLastPara="1" rIns="91425"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497" name="Google Shape;497;p56"/>
          <p:cNvSpPr/>
          <p:nvPr>
            <p:ph idx="8" type="pic"/>
          </p:nvPr>
        </p:nvSpPr>
        <p:spPr>
          <a:xfrm>
            <a:off x="2621800" y="1896600"/>
            <a:ext cx="665400" cy="685500"/>
          </a:xfrm>
          <a:prstGeom prst="roundRect">
            <a:avLst>
              <a:gd fmla="val 17601" name="adj"/>
            </a:avLst>
          </a:prstGeom>
          <a:noFill/>
          <a:ln>
            <a:noFill/>
          </a:ln>
        </p:spPr>
      </p:sp>
      <p:sp>
        <p:nvSpPr>
          <p:cNvPr id="498" name="Google Shape;498;p56"/>
          <p:cNvSpPr txBox="1"/>
          <p:nvPr>
            <p:ph idx="9" type="subTitle"/>
          </p:nvPr>
        </p:nvSpPr>
        <p:spPr>
          <a:xfrm>
            <a:off x="2621800" y="2708807"/>
            <a:ext cx="1761900" cy="228600"/>
          </a:xfrm>
          <a:prstGeom prst="rect">
            <a:avLst/>
          </a:prstGeom>
        </p:spPr>
        <p:txBody>
          <a:bodyPr anchorCtr="0" anchor="b" bIns="0" lIns="0" spcFirstLastPara="1" rIns="91425" wrap="square" tIns="0">
            <a:noAutofit/>
          </a:bodyPr>
          <a:lstStyle>
            <a:lvl1pPr lvl="0">
              <a:lnSpc>
                <a:spcPct val="85000"/>
              </a:lnSpc>
              <a:spcBef>
                <a:spcPts val="0"/>
              </a:spcBef>
              <a:spcAft>
                <a:spcPts val="0"/>
              </a:spcAft>
              <a:buNone/>
              <a:defRPr>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499" name="Google Shape;499;p56"/>
          <p:cNvSpPr txBox="1"/>
          <p:nvPr>
            <p:ph idx="13" type="subTitle"/>
          </p:nvPr>
        </p:nvSpPr>
        <p:spPr>
          <a:xfrm>
            <a:off x="2621800" y="2936075"/>
            <a:ext cx="1761900" cy="163800"/>
          </a:xfrm>
          <a:prstGeom prst="rect">
            <a:avLst/>
          </a:prstGeom>
        </p:spPr>
        <p:txBody>
          <a:bodyPr anchorCtr="0" anchor="t" bIns="0" lIns="0" spcFirstLastPara="1" rIns="91425" wrap="square" tIns="0">
            <a:noAutofit/>
          </a:bodyPr>
          <a:lstStyle>
            <a:lvl1pPr lvl="0">
              <a:lnSpc>
                <a:spcPct val="85000"/>
              </a:lnSpc>
              <a:spcBef>
                <a:spcPts val="0"/>
              </a:spcBef>
              <a:spcAft>
                <a:spcPts val="0"/>
              </a:spcAft>
              <a:buNone/>
              <a:defRPr sz="1200">
                <a:latin typeface="Urbanist Medium"/>
                <a:ea typeface="Urbanist Medium"/>
                <a:cs typeface="Urbanist Medium"/>
                <a:sym typeface="Urbanist Medium"/>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500" name="Google Shape;500;p56"/>
          <p:cNvSpPr txBox="1"/>
          <p:nvPr>
            <p:ph idx="14" type="body"/>
          </p:nvPr>
        </p:nvSpPr>
        <p:spPr>
          <a:xfrm>
            <a:off x="2621800" y="3251425"/>
            <a:ext cx="1705800" cy="965100"/>
          </a:xfrm>
          <a:prstGeom prst="rect">
            <a:avLst/>
          </a:prstGeom>
        </p:spPr>
        <p:txBody>
          <a:bodyPr anchorCtr="0" anchor="t" bIns="0" lIns="0" spcFirstLastPara="1" rIns="91425"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501" name="Google Shape;501;p56"/>
          <p:cNvSpPr/>
          <p:nvPr>
            <p:ph idx="15" type="pic"/>
          </p:nvPr>
        </p:nvSpPr>
        <p:spPr>
          <a:xfrm>
            <a:off x="4816900" y="1896600"/>
            <a:ext cx="665400" cy="685500"/>
          </a:xfrm>
          <a:prstGeom prst="roundRect">
            <a:avLst>
              <a:gd fmla="val 17601" name="adj"/>
            </a:avLst>
          </a:prstGeom>
          <a:noFill/>
          <a:ln>
            <a:noFill/>
          </a:ln>
        </p:spPr>
      </p:sp>
      <p:sp>
        <p:nvSpPr>
          <p:cNvPr id="502" name="Google Shape;502;p56"/>
          <p:cNvSpPr txBox="1"/>
          <p:nvPr>
            <p:ph idx="16" type="subTitle"/>
          </p:nvPr>
        </p:nvSpPr>
        <p:spPr>
          <a:xfrm>
            <a:off x="4816900" y="2708808"/>
            <a:ext cx="1761900" cy="228600"/>
          </a:xfrm>
          <a:prstGeom prst="rect">
            <a:avLst/>
          </a:prstGeom>
        </p:spPr>
        <p:txBody>
          <a:bodyPr anchorCtr="0" anchor="b" bIns="0" lIns="0" spcFirstLastPara="1" rIns="91425" wrap="square" tIns="0">
            <a:noAutofit/>
          </a:bodyPr>
          <a:lstStyle>
            <a:lvl1pPr lvl="0">
              <a:lnSpc>
                <a:spcPct val="85000"/>
              </a:lnSpc>
              <a:spcBef>
                <a:spcPts val="0"/>
              </a:spcBef>
              <a:spcAft>
                <a:spcPts val="0"/>
              </a:spcAft>
              <a:buNone/>
              <a:defRPr>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503" name="Google Shape;503;p56"/>
          <p:cNvSpPr txBox="1"/>
          <p:nvPr>
            <p:ph idx="17" type="subTitle"/>
          </p:nvPr>
        </p:nvSpPr>
        <p:spPr>
          <a:xfrm>
            <a:off x="4816900" y="2936076"/>
            <a:ext cx="1761900" cy="163800"/>
          </a:xfrm>
          <a:prstGeom prst="rect">
            <a:avLst/>
          </a:prstGeom>
        </p:spPr>
        <p:txBody>
          <a:bodyPr anchorCtr="0" anchor="t" bIns="0" lIns="0" spcFirstLastPara="1" rIns="91425" wrap="square" tIns="0">
            <a:noAutofit/>
          </a:bodyPr>
          <a:lstStyle>
            <a:lvl1pPr lvl="0">
              <a:lnSpc>
                <a:spcPct val="85000"/>
              </a:lnSpc>
              <a:spcBef>
                <a:spcPts val="0"/>
              </a:spcBef>
              <a:spcAft>
                <a:spcPts val="0"/>
              </a:spcAft>
              <a:buNone/>
              <a:defRPr sz="1200">
                <a:latin typeface="Urbanist Medium"/>
                <a:ea typeface="Urbanist Medium"/>
                <a:cs typeface="Urbanist Medium"/>
                <a:sym typeface="Urbanist Medium"/>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504" name="Google Shape;504;p56"/>
          <p:cNvSpPr txBox="1"/>
          <p:nvPr>
            <p:ph idx="18" type="body"/>
          </p:nvPr>
        </p:nvSpPr>
        <p:spPr>
          <a:xfrm>
            <a:off x="4817025" y="3251425"/>
            <a:ext cx="1761900" cy="965100"/>
          </a:xfrm>
          <a:prstGeom prst="rect">
            <a:avLst/>
          </a:prstGeom>
        </p:spPr>
        <p:txBody>
          <a:bodyPr anchorCtr="0" anchor="t" bIns="0" lIns="0" spcFirstLastPara="1" rIns="91425"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505" name="Google Shape;505;p56"/>
          <p:cNvSpPr/>
          <p:nvPr>
            <p:ph idx="19" type="pic"/>
          </p:nvPr>
        </p:nvSpPr>
        <p:spPr>
          <a:xfrm>
            <a:off x="7012000" y="1896600"/>
            <a:ext cx="665400" cy="685500"/>
          </a:xfrm>
          <a:prstGeom prst="roundRect">
            <a:avLst>
              <a:gd fmla="val 17601" name="adj"/>
            </a:avLst>
          </a:prstGeom>
          <a:noFill/>
          <a:ln>
            <a:noFill/>
          </a:ln>
        </p:spPr>
      </p:sp>
      <p:sp>
        <p:nvSpPr>
          <p:cNvPr id="506" name="Google Shape;506;p56"/>
          <p:cNvSpPr txBox="1"/>
          <p:nvPr>
            <p:ph idx="20" type="subTitle"/>
          </p:nvPr>
        </p:nvSpPr>
        <p:spPr>
          <a:xfrm>
            <a:off x="7012000" y="2708807"/>
            <a:ext cx="1761900" cy="228600"/>
          </a:xfrm>
          <a:prstGeom prst="rect">
            <a:avLst/>
          </a:prstGeom>
        </p:spPr>
        <p:txBody>
          <a:bodyPr anchorCtr="0" anchor="b" bIns="0" lIns="0" spcFirstLastPara="1" rIns="91425" wrap="square" tIns="0">
            <a:noAutofit/>
          </a:bodyPr>
          <a:lstStyle>
            <a:lvl1pPr lvl="0">
              <a:lnSpc>
                <a:spcPct val="85000"/>
              </a:lnSpc>
              <a:spcBef>
                <a:spcPts val="0"/>
              </a:spcBef>
              <a:spcAft>
                <a:spcPts val="0"/>
              </a:spcAft>
              <a:buNone/>
              <a:defRPr>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507" name="Google Shape;507;p56"/>
          <p:cNvSpPr txBox="1"/>
          <p:nvPr>
            <p:ph idx="21" type="subTitle"/>
          </p:nvPr>
        </p:nvSpPr>
        <p:spPr>
          <a:xfrm>
            <a:off x="7012000" y="2936076"/>
            <a:ext cx="1761900" cy="163800"/>
          </a:xfrm>
          <a:prstGeom prst="rect">
            <a:avLst/>
          </a:prstGeom>
        </p:spPr>
        <p:txBody>
          <a:bodyPr anchorCtr="0" anchor="t" bIns="0" lIns="0" spcFirstLastPara="1" rIns="91425" wrap="square" tIns="0">
            <a:noAutofit/>
          </a:bodyPr>
          <a:lstStyle>
            <a:lvl1pPr lvl="0">
              <a:lnSpc>
                <a:spcPct val="85000"/>
              </a:lnSpc>
              <a:spcBef>
                <a:spcPts val="0"/>
              </a:spcBef>
              <a:spcAft>
                <a:spcPts val="0"/>
              </a:spcAft>
              <a:buNone/>
              <a:defRPr sz="1200">
                <a:latin typeface="Urbanist Medium"/>
                <a:ea typeface="Urbanist Medium"/>
                <a:cs typeface="Urbanist Medium"/>
                <a:sym typeface="Urbanist Medium"/>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508" name="Google Shape;508;p56"/>
          <p:cNvSpPr txBox="1"/>
          <p:nvPr>
            <p:ph idx="22" type="body"/>
          </p:nvPr>
        </p:nvSpPr>
        <p:spPr>
          <a:xfrm>
            <a:off x="7012000" y="3251425"/>
            <a:ext cx="1761900" cy="965100"/>
          </a:xfrm>
          <a:prstGeom prst="rect">
            <a:avLst/>
          </a:prstGeom>
        </p:spPr>
        <p:txBody>
          <a:bodyPr anchorCtr="0" anchor="t" bIns="0" lIns="0" spcFirstLastPara="1" rIns="91425"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cxnSp>
        <p:nvCxnSpPr>
          <p:cNvPr id="509" name="Google Shape;509;p56"/>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510" name="Google Shape;510;p56"/>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511" name="Google Shape;511;p56"/>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hort big title and body">
  <p:cSld name="BLANK_1_1_1_1_1_1_1_1_1_1_2">
    <p:spTree>
      <p:nvGrpSpPr>
        <p:cNvPr id="512" name="Shape 512"/>
        <p:cNvGrpSpPr/>
        <p:nvPr/>
      </p:nvGrpSpPr>
      <p:grpSpPr>
        <a:xfrm>
          <a:off x="0" y="0"/>
          <a:ext cx="0" cy="0"/>
          <a:chOff x="0" y="0"/>
          <a:chExt cx="0" cy="0"/>
        </a:xfrm>
      </p:grpSpPr>
      <p:pic>
        <p:nvPicPr>
          <p:cNvPr descr="Oval black shapes against a shadowy background. " id="513" name="Google Shape;513;p57"/>
          <p:cNvPicPr preferRelativeResize="0"/>
          <p:nvPr/>
        </p:nvPicPr>
        <p:blipFill rotWithShape="1">
          <a:blip r:embed="rId2">
            <a:alphaModFix/>
          </a:blip>
          <a:srcRect b="42245" l="17240" r="25038" t="34"/>
          <a:stretch/>
        </p:blipFill>
        <p:spPr>
          <a:xfrm>
            <a:off x="0" y="-289"/>
            <a:ext cx="9144000" cy="5144100"/>
          </a:xfrm>
          <a:prstGeom prst="roundRect">
            <a:avLst>
              <a:gd fmla="val 0" name="adj"/>
            </a:avLst>
          </a:prstGeom>
          <a:noFill/>
          <a:ln cap="flat" cmpd="sng" w="9525">
            <a:solidFill>
              <a:schemeClr val="accent1"/>
            </a:solidFill>
            <a:prstDash val="solid"/>
            <a:round/>
            <a:headEnd len="sm" w="sm" type="none"/>
            <a:tailEnd len="sm" w="sm" type="none"/>
          </a:ln>
        </p:spPr>
      </p:pic>
      <p:sp>
        <p:nvSpPr>
          <p:cNvPr id="514" name="Google Shape;514;p57"/>
          <p:cNvSpPr txBox="1"/>
          <p:nvPr>
            <p:ph idx="1" type="subTitle"/>
          </p:nvPr>
        </p:nvSpPr>
        <p:spPr>
          <a:xfrm>
            <a:off x="4314775" y="3818375"/>
            <a:ext cx="4230600" cy="452700"/>
          </a:xfrm>
          <a:prstGeom prst="rect">
            <a:avLst/>
          </a:prstGeom>
        </p:spPr>
        <p:txBody>
          <a:bodyPr anchorCtr="0" anchor="b"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515" name="Google Shape;515;p57"/>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516" name="Google Shape;516;p57"/>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517" name="Google Shape;517;p57"/>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518" name="Google Shape;518;p57"/>
          <p:cNvSpPr txBox="1"/>
          <p:nvPr>
            <p:ph type="title"/>
          </p:nvPr>
        </p:nvSpPr>
        <p:spPr>
          <a:xfrm>
            <a:off x="228600" y="290448"/>
            <a:ext cx="3655800" cy="2407500"/>
          </a:xfrm>
          <a:prstGeom prst="rect">
            <a:avLst/>
          </a:prstGeom>
        </p:spPr>
        <p:txBody>
          <a:bodyPr anchorCtr="0" anchor="t" bIns="91425" lIns="0" spcFirstLastPara="1" rIns="91425" wrap="square" tIns="91425">
            <a:spAutoFit/>
          </a:bodyPr>
          <a:lstStyle>
            <a:lvl1pPr lvl="0">
              <a:lnSpc>
                <a:spcPct val="85000"/>
              </a:lnSpc>
              <a:spcBef>
                <a:spcPts val="0"/>
              </a:spcBef>
              <a:spcAft>
                <a:spcPts val="0"/>
              </a:spcAft>
              <a:buNone/>
              <a:defRPr sz="4800">
                <a:solidFill>
                  <a:schemeClr val="dk2"/>
                </a:solidFill>
              </a:defRPr>
            </a:lvl1pPr>
            <a:lvl2pPr lvl="1">
              <a:lnSpc>
                <a:spcPct val="85000"/>
              </a:lnSpc>
              <a:spcBef>
                <a:spcPts val="0"/>
              </a:spcBef>
              <a:spcAft>
                <a:spcPts val="0"/>
              </a:spcAft>
              <a:buNone/>
              <a:defRPr sz="4800">
                <a:solidFill>
                  <a:schemeClr val="dk2"/>
                </a:solidFill>
              </a:defRPr>
            </a:lvl2pPr>
            <a:lvl3pPr lvl="2">
              <a:lnSpc>
                <a:spcPct val="85000"/>
              </a:lnSpc>
              <a:spcBef>
                <a:spcPts val="0"/>
              </a:spcBef>
              <a:spcAft>
                <a:spcPts val="0"/>
              </a:spcAft>
              <a:buNone/>
              <a:defRPr sz="4800">
                <a:solidFill>
                  <a:schemeClr val="dk2"/>
                </a:solidFill>
              </a:defRPr>
            </a:lvl3pPr>
            <a:lvl4pPr lvl="3">
              <a:lnSpc>
                <a:spcPct val="85000"/>
              </a:lnSpc>
              <a:spcBef>
                <a:spcPts val="0"/>
              </a:spcBef>
              <a:spcAft>
                <a:spcPts val="0"/>
              </a:spcAft>
              <a:buNone/>
              <a:defRPr sz="4800">
                <a:solidFill>
                  <a:schemeClr val="dk2"/>
                </a:solidFill>
              </a:defRPr>
            </a:lvl4pPr>
            <a:lvl5pPr lvl="4">
              <a:lnSpc>
                <a:spcPct val="85000"/>
              </a:lnSpc>
              <a:spcBef>
                <a:spcPts val="0"/>
              </a:spcBef>
              <a:spcAft>
                <a:spcPts val="0"/>
              </a:spcAft>
              <a:buNone/>
              <a:defRPr sz="4800">
                <a:solidFill>
                  <a:schemeClr val="dk2"/>
                </a:solidFill>
              </a:defRPr>
            </a:lvl5pPr>
            <a:lvl6pPr lvl="5">
              <a:lnSpc>
                <a:spcPct val="85000"/>
              </a:lnSpc>
              <a:spcBef>
                <a:spcPts val="0"/>
              </a:spcBef>
              <a:spcAft>
                <a:spcPts val="0"/>
              </a:spcAft>
              <a:buNone/>
              <a:defRPr sz="4800">
                <a:solidFill>
                  <a:schemeClr val="dk2"/>
                </a:solidFill>
              </a:defRPr>
            </a:lvl6pPr>
            <a:lvl7pPr lvl="6">
              <a:lnSpc>
                <a:spcPct val="85000"/>
              </a:lnSpc>
              <a:spcBef>
                <a:spcPts val="0"/>
              </a:spcBef>
              <a:spcAft>
                <a:spcPts val="0"/>
              </a:spcAft>
              <a:buNone/>
              <a:defRPr sz="4800">
                <a:solidFill>
                  <a:schemeClr val="dk2"/>
                </a:solidFill>
              </a:defRPr>
            </a:lvl7pPr>
            <a:lvl8pPr lvl="7">
              <a:lnSpc>
                <a:spcPct val="85000"/>
              </a:lnSpc>
              <a:spcBef>
                <a:spcPts val="0"/>
              </a:spcBef>
              <a:spcAft>
                <a:spcPts val="0"/>
              </a:spcAft>
              <a:buNone/>
              <a:defRPr sz="4800">
                <a:solidFill>
                  <a:schemeClr val="dk2"/>
                </a:solidFill>
              </a:defRPr>
            </a:lvl8pPr>
            <a:lvl9pPr lvl="8">
              <a:lnSpc>
                <a:spcPct val="85000"/>
              </a:lnSpc>
              <a:spcBef>
                <a:spcPts val="0"/>
              </a:spcBef>
              <a:spcAft>
                <a:spcPts val="0"/>
              </a:spcAft>
              <a:buNone/>
              <a:defRPr sz="4800">
                <a:solidFill>
                  <a:schemeClr val="dk2"/>
                </a:solidFill>
              </a:defRPr>
            </a:lvl9pPr>
          </a:lstStyle>
          <a:p/>
        </p:txBody>
      </p:sp>
      <p:cxnSp>
        <p:nvCxnSpPr>
          <p:cNvPr id="519" name="Google Shape;519;p57"/>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cxnSp>
        <p:nvCxnSpPr>
          <p:cNvPr id="520" name="Google Shape;520;p57"/>
          <p:cNvCxnSpPr/>
          <p:nvPr/>
        </p:nvCxnSpPr>
        <p:spPr>
          <a:xfrm>
            <a:off x="4159025" y="226100"/>
            <a:ext cx="0" cy="4457700"/>
          </a:xfrm>
          <a:prstGeom prst="straightConnector1">
            <a:avLst/>
          </a:prstGeom>
          <a:noFill/>
          <a:ln cap="flat" cmpd="sng" w="9525">
            <a:solidFill>
              <a:schemeClr val="accent1"/>
            </a:solidFill>
            <a:prstDash val="solid"/>
            <a:round/>
            <a:headEnd len="med" w="med" type="none"/>
            <a:tailEnd len="med" w="med" type="none"/>
          </a:ln>
        </p:spPr>
      </p:cxnSp>
      <p:cxnSp>
        <p:nvCxnSpPr>
          <p:cNvPr id="521" name="Google Shape;521;p57"/>
          <p:cNvCxnSpPr/>
          <p:nvPr/>
        </p:nvCxnSpPr>
        <p:spPr>
          <a:xfrm>
            <a:off x="228600" y="226100"/>
            <a:ext cx="8687100" cy="0"/>
          </a:xfrm>
          <a:prstGeom prst="straightConnector1">
            <a:avLst/>
          </a:prstGeom>
          <a:noFill/>
          <a:ln cap="flat" cmpd="sng" w="9525">
            <a:solidFill>
              <a:schemeClr val="accent1"/>
            </a:solidFill>
            <a:prstDash val="solid"/>
            <a:round/>
            <a:headEnd len="med" w="med" type="none"/>
            <a:tailEnd len="med" w="med" type="none"/>
          </a:ln>
        </p:spPr>
      </p:cxnSp>
      <p:sp>
        <p:nvSpPr>
          <p:cNvPr id="522" name="Google Shape;522;p57"/>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523" name="Google Shape;523;p57"/>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ALT 2">
  <p:cSld name="BLANK_1_1_1_1_1_1_1_1_1_1_1_1_2">
    <p:spTree>
      <p:nvGrpSpPr>
        <p:cNvPr id="524" name="Shape 524"/>
        <p:cNvGrpSpPr/>
        <p:nvPr/>
      </p:nvGrpSpPr>
      <p:grpSpPr>
        <a:xfrm>
          <a:off x="0" y="0"/>
          <a:ext cx="0" cy="0"/>
          <a:chOff x="0" y="0"/>
          <a:chExt cx="0" cy="0"/>
        </a:xfrm>
      </p:grpSpPr>
      <p:sp>
        <p:nvSpPr>
          <p:cNvPr id="525" name="Google Shape;525;p58"/>
          <p:cNvSpPr txBox="1"/>
          <p:nvPr>
            <p:ph idx="1" type="body"/>
          </p:nvPr>
        </p:nvSpPr>
        <p:spPr>
          <a:xfrm>
            <a:off x="228600" y="1743625"/>
            <a:ext cx="4296600" cy="2709000"/>
          </a:xfrm>
          <a:prstGeom prst="rect">
            <a:avLst/>
          </a:prstGeom>
        </p:spPr>
        <p:txBody>
          <a:bodyPr anchorCtr="0" anchor="b" bIns="91425" lIns="0" spcFirstLastPara="1" rIns="91425" wrap="square" tIns="91425">
            <a:noAutofit/>
          </a:bodyPr>
          <a:lstStyle>
            <a:lvl1pPr indent="-317500" lvl="0" marL="457200">
              <a:spcBef>
                <a:spcPts val="0"/>
              </a:spcBef>
              <a:spcAft>
                <a:spcPts val="0"/>
              </a:spcAft>
              <a:buSzPts val="1400"/>
              <a:buChar char="●"/>
              <a:defRPr sz="1400"/>
            </a:lvl1pPr>
            <a:lvl2pPr indent="-317500" lvl="1" marL="914400">
              <a:spcBef>
                <a:spcPts val="800"/>
              </a:spcBef>
              <a:spcAft>
                <a:spcPts val="0"/>
              </a:spcAft>
              <a:buSzPts val="1400"/>
              <a:buChar char="○"/>
              <a:defRPr sz="1400"/>
            </a:lvl2pPr>
            <a:lvl3pPr indent="-317500" lvl="2" marL="1371600">
              <a:spcBef>
                <a:spcPts val="800"/>
              </a:spcBef>
              <a:spcAft>
                <a:spcPts val="0"/>
              </a:spcAft>
              <a:buSzPts val="1400"/>
              <a:buChar char="■"/>
              <a:defRPr sz="1400"/>
            </a:lvl3pPr>
            <a:lvl4pPr indent="-317500" lvl="3" marL="1828800">
              <a:spcBef>
                <a:spcPts val="800"/>
              </a:spcBef>
              <a:spcAft>
                <a:spcPts val="0"/>
              </a:spcAft>
              <a:buSzPts val="1400"/>
              <a:buChar char="●"/>
              <a:defRPr sz="1400"/>
            </a:lvl4pPr>
            <a:lvl5pPr indent="-317500" lvl="4" marL="2286000">
              <a:spcBef>
                <a:spcPts val="800"/>
              </a:spcBef>
              <a:spcAft>
                <a:spcPts val="0"/>
              </a:spcAft>
              <a:buSzPts val="1400"/>
              <a:buChar char="○"/>
              <a:defRPr sz="1400"/>
            </a:lvl5pPr>
            <a:lvl6pPr indent="-317500" lvl="5" marL="2743200">
              <a:spcBef>
                <a:spcPts val="800"/>
              </a:spcBef>
              <a:spcAft>
                <a:spcPts val="0"/>
              </a:spcAft>
              <a:buSzPts val="1400"/>
              <a:buChar char="■"/>
              <a:defRPr sz="1400"/>
            </a:lvl6pPr>
            <a:lvl7pPr indent="-317500" lvl="6" marL="3200400">
              <a:spcBef>
                <a:spcPts val="800"/>
              </a:spcBef>
              <a:spcAft>
                <a:spcPts val="0"/>
              </a:spcAft>
              <a:buSzPts val="1400"/>
              <a:buChar char="●"/>
              <a:defRPr sz="1400"/>
            </a:lvl7pPr>
            <a:lvl8pPr indent="-317500" lvl="7" marL="3657600">
              <a:spcBef>
                <a:spcPts val="800"/>
              </a:spcBef>
              <a:spcAft>
                <a:spcPts val="0"/>
              </a:spcAft>
              <a:buSzPts val="1400"/>
              <a:buChar char="○"/>
              <a:defRPr sz="1400"/>
            </a:lvl8pPr>
            <a:lvl9pPr indent="-317500" lvl="8" marL="4114800">
              <a:spcBef>
                <a:spcPts val="800"/>
              </a:spcBef>
              <a:spcAft>
                <a:spcPts val="800"/>
              </a:spcAft>
              <a:buSzPts val="1400"/>
              <a:buChar char="■"/>
              <a:defRPr sz="1400"/>
            </a:lvl9pPr>
          </a:lstStyle>
          <a:p/>
        </p:txBody>
      </p:sp>
      <p:sp>
        <p:nvSpPr>
          <p:cNvPr id="526" name="Google Shape;526;p58"/>
          <p:cNvSpPr/>
          <p:nvPr>
            <p:ph idx="2" type="pic"/>
          </p:nvPr>
        </p:nvSpPr>
        <p:spPr>
          <a:xfrm>
            <a:off x="5342000" y="457200"/>
            <a:ext cx="3573300" cy="3995400"/>
          </a:xfrm>
          <a:prstGeom prst="roundRect">
            <a:avLst>
              <a:gd fmla="val 6865" name="adj"/>
            </a:avLst>
          </a:prstGeom>
          <a:noFill/>
          <a:ln>
            <a:noFill/>
          </a:ln>
        </p:spPr>
      </p:sp>
      <p:sp>
        <p:nvSpPr>
          <p:cNvPr id="527" name="Google Shape;527;p58"/>
          <p:cNvSpPr txBox="1"/>
          <p:nvPr>
            <p:ph idx="3"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528" name="Google Shape;528;p58"/>
          <p:cNvSpPr txBox="1"/>
          <p:nvPr>
            <p:ph idx="4"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529" name="Google Shape;529;p58"/>
          <p:cNvSpPr txBox="1"/>
          <p:nvPr>
            <p:ph idx="5"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530" name="Google Shape;530;p58"/>
          <p:cNvSpPr txBox="1"/>
          <p:nvPr>
            <p:ph idx="6"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Urbanist Medium"/>
              <a:buNone/>
              <a:defRPr sz="1200">
                <a:latin typeface="Urbanist Medium"/>
                <a:ea typeface="Urbanist Medium"/>
                <a:cs typeface="Urbanist Medium"/>
                <a:sym typeface="Urbanist Medium"/>
              </a:defRPr>
            </a:lvl1pPr>
            <a:lvl2pPr lvl="1">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2pPr>
            <a:lvl3pPr lvl="2">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3pPr>
            <a:lvl4pPr lvl="3">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4pPr>
            <a:lvl5pPr lvl="4">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5pPr>
            <a:lvl6pPr lvl="5">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6pPr>
            <a:lvl7pPr lvl="6">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7pPr>
            <a:lvl8pPr lvl="7">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8pPr>
            <a:lvl9pPr lvl="8">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9pPr>
          </a:lstStyle>
          <a:p/>
        </p:txBody>
      </p:sp>
      <p:sp>
        <p:nvSpPr>
          <p:cNvPr id="531" name="Google Shape;531;p58"/>
          <p:cNvSpPr txBox="1"/>
          <p:nvPr>
            <p:ph type="title"/>
          </p:nvPr>
        </p:nvSpPr>
        <p:spPr>
          <a:xfrm>
            <a:off x="228600" y="613525"/>
            <a:ext cx="4296600" cy="11628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lvl1pPr>
            <a:lvl2pPr lvl="1">
              <a:lnSpc>
                <a:spcPct val="85000"/>
              </a:lnSpc>
              <a:spcBef>
                <a:spcPts val="0"/>
              </a:spcBef>
              <a:spcAft>
                <a:spcPts val="0"/>
              </a:spcAft>
              <a:buNone/>
              <a:defRPr sz="3600"/>
            </a:lvl2pPr>
            <a:lvl3pPr lvl="2">
              <a:lnSpc>
                <a:spcPct val="85000"/>
              </a:lnSpc>
              <a:spcBef>
                <a:spcPts val="0"/>
              </a:spcBef>
              <a:spcAft>
                <a:spcPts val="0"/>
              </a:spcAft>
              <a:buNone/>
              <a:defRPr sz="3600"/>
            </a:lvl3pPr>
            <a:lvl4pPr lvl="3">
              <a:lnSpc>
                <a:spcPct val="85000"/>
              </a:lnSpc>
              <a:spcBef>
                <a:spcPts val="0"/>
              </a:spcBef>
              <a:spcAft>
                <a:spcPts val="0"/>
              </a:spcAft>
              <a:buNone/>
              <a:defRPr sz="3600"/>
            </a:lvl4pPr>
            <a:lvl5pPr lvl="4">
              <a:lnSpc>
                <a:spcPct val="85000"/>
              </a:lnSpc>
              <a:spcBef>
                <a:spcPts val="0"/>
              </a:spcBef>
              <a:spcAft>
                <a:spcPts val="0"/>
              </a:spcAft>
              <a:buNone/>
              <a:defRPr sz="3600"/>
            </a:lvl5pPr>
            <a:lvl6pPr lvl="5">
              <a:lnSpc>
                <a:spcPct val="85000"/>
              </a:lnSpc>
              <a:spcBef>
                <a:spcPts val="0"/>
              </a:spcBef>
              <a:spcAft>
                <a:spcPts val="0"/>
              </a:spcAft>
              <a:buNone/>
              <a:defRPr sz="3600"/>
            </a:lvl6pPr>
            <a:lvl7pPr lvl="6">
              <a:lnSpc>
                <a:spcPct val="85000"/>
              </a:lnSpc>
              <a:spcBef>
                <a:spcPts val="0"/>
              </a:spcBef>
              <a:spcAft>
                <a:spcPts val="0"/>
              </a:spcAft>
              <a:buNone/>
              <a:defRPr sz="3600"/>
            </a:lvl7pPr>
            <a:lvl8pPr lvl="7">
              <a:lnSpc>
                <a:spcPct val="85000"/>
              </a:lnSpc>
              <a:spcBef>
                <a:spcPts val="0"/>
              </a:spcBef>
              <a:spcAft>
                <a:spcPts val="0"/>
              </a:spcAft>
              <a:buNone/>
              <a:defRPr sz="3600"/>
            </a:lvl8pPr>
            <a:lvl9pPr lvl="8">
              <a:lnSpc>
                <a:spcPct val="85000"/>
              </a:lnSpc>
              <a:spcBef>
                <a:spcPts val="0"/>
              </a:spcBef>
              <a:spcAft>
                <a:spcPts val="0"/>
              </a:spcAft>
              <a:buNone/>
              <a:defRPr sz="3600"/>
            </a:lvl9pPr>
          </a:lstStyle>
          <a:p/>
        </p:txBody>
      </p:sp>
      <p:cxnSp>
        <p:nvCxnSpPr>
          <p:cNvPr id="532" name="Google Shape;532;p58"/>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533" name="Google Shape;533;p58"/>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534" name="Google Shape;534;p58"/>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cards">
  <p:cSld name="CUSTOM_1">
    <p:spTree>
      <p:nvGrpSpPr>
        <p:cNvPr id="535" name="Shape 535"/>
        <p:cNvGrpSpPr/>
        <p:nvPr/>
      </p:nvGrpSpPr>
      <p:grpSpPr>
        <a:xfrm>
          <a:off x="0" y="0"/>
          <a:ext cx="0" cy="0"/>
          <a:chOff x="0" y="0"/>
          <a:chExt cx="0" cy="0"/>
        </a:xfrm>
      </p:grpSpPr>
      <p:sp>
        <p:nvSpPr>
          <p:cNvPr id="536" name="Google Shape;536;p59"/>
          <p:cNvSpPr txBox="1"/>
          <p:nvPr>
            <p:ph type="title"/>
          </p:nvPr>
        </p:nvSpPr>
        <p:spPr>
          <a:xfrm>
            <a:off x="3386700" y="489887"/>
            <a:ext cx="18621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Medium"/>
              <a:buNone/>
              <a:defRPr sz="1800">
                <a:solidFill>
                  <a:schemeClr val="accent3"/>
                </a:solidFill>
              </a:defRPr>
            </a:lvl2pPr>
            <a:lvl3pPr lvl="2">
              <a:spcBef>
                <a:spcPts val="0"/>
              </a:spcBef>
              <a:spcAft>
                <a:spcPts val="0"/>
              </a:spcAft>
              <a:buClr>
                <a:schemeClr val="accent3"/>
              </a:buClr>
              <a:buSzPts val="1800"/>
              <a:buFont typeface="Urbanist Medium"/>
              <a:buNone/>
              <a:defRPr sz="1800">
                <a:solidFill>
                  <a:schemeClr val="accent3"/>
                </a:solidFill>
              </a:defRPr>
            </a:lvl3pPr>
            <a:lvl4pPr lvl="3">
              <a:spcBef>
                <a:spcPts val="0"/>
              </a:spcBef>
              <a:spcAft>
                <a:spcPts val="0"/>
              </a:spcAft>
              <a:buClr>
                <a:schemeClr val="accent3"/>
              </a:buClr>
              <a:buSzPts val="1800"/>
              <a:buFont typeface="Urbanist Medium"/>
              <a:buNone/>
              <a:defRPr sz="1800">
                <a:solidFill>
                  <a:schemeClr val="accent3"/>
                </a:solidFill>
              </a:defRPr>
            </a:lvl4pPr>
            <a:lvl5pPr lvl="4">
              <a:spcBef>
                <a:spcPts val="0"/>
              </a:spcBef>
              <a:spcAft>
                <a:spcPts val="0"/>
              </a:spcAft>
              <a:buClr>
                <a:schemeClr val="accent3"/>
              </a:buClr>
              <a:buSzPts val="1800"/>
              <a:buFont typeface="Urbanist Medium"/>
              <a:buNone/>
              <a:defRPr sz="1800">
                <a:solidFill>
                  <a:schemeClr val="accent3"/>
                </a:solidFill>
              </a:defRPr>
            </a:lvl5pPr>
            <a:lvl6pPr lvl="5">
              <a:spcBef>
                <a:spcPts val="0"/>
              </a:spcBef>
              <a:spcAft>
                <a:spcPts val="0"/>
              </a:spcAft>
              <a:buClr>
                <a:schemeClr val="accent3"/>
              </a:buClr>
              <a:buSzPts val="1800"/>
              <a:buFont typeface="Urbanist Medium"/>
              <a:buNone/>
              <a:defRPr sz="1800">
                <a:solidFill>
                  <a:schemeClr val="accent3"/>
                </a:solidFill>
              </a:defRPr>
            </a:lvl6pPr>
            <a:lvl7pPr lvl="6">
              <a:spcBef>
                <a:spcPts val="0"/>
              </a:spcBef>
              <a:spcAft>
                <a:spcPts val="0"/>
              </a:spcAft>
              <a:buClr>
                <a:schemeClr val="accent3"/>
              </a:buClr>
              <a:buSzPts val="1800"/>
              <a:buFont typeface="Urbanist Medium"/>
              <a:buNone/>
              <a:defRPr sz="1800">
                <a:solidFill>
                  <a:schemeClr val="accent3"/>
                </a:solidFill>
              </a:defRPr>
            </a:lvl7pPr>
            <a:lvl8pPr lvl="7">
              <a:spcBef>
                <a:spcPts val="0"/>
              </a:spcBef>
              <a:spcAft>
                <a:spcPts val="0"/>
              </a:spcAft>
              <a:buClr>
                <a:schemeClr val="accent3"/>
              </a:buClr>
              <a:buSzPts val="1800"/>
              <a:buFont typeface="Urbanist Medium"/>
              <a:buNone/>
              <a:defRPr sz="1800">
                <a:solidFill>
                  <a:schemeClr val="accent3"/>
                </a:solidFill>
              </a:defRPr>
            </a:lvl8pPr>
            <a:lvl9pPr lvl="8">
              <a:spcBef>
                <a:spcPts val="0"/>
              </a:spcBef>
              <a:spcAft>
                <a:spcPts val="0"/>
              </a:spcAft>
              <a:buClr>
                <a:schemeClr val="accent3"/>
              </a:buClr>
              <a:buSzPts val="1800"/>
              <a:buFont typeface="Urbanist Medium"/>
              <a:buNone/>
              <a:defRPr sz="1800">
                <a:solidFill>
                  <a:schemeClr val="accent3"/>
                </a:solidFill>
              </a:defRPr>
            </a:lvl9pPr>
          </a:lstStyle>
          <a:p/>
        </p:txBody>
      </p:sp>
      <p:sp>
        <p:nvSpPr>
          <p:cNvPr id="537" name="Google Shape;537;p59"/>
          <p:cNvSpPr txBox="1"/>
          <p:nvPr>
            <p:ph idx="1" type="subTitle"/>
          </p:nvPr>
        </p:nvSpPr>
        <p:spPr>
          <a:xfrm>
            <a:off x="3386700" y="690369"/>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538" name="Google Shape;538;p59"/>
          <p:cNvSpPr txBox="1"/>
          <p:nvPr>
            <p:ph idx="2" type="subTitle"/>
          </p:nvPr>
        </p:nvSpPr>
        <p:spPr>
          <a:xfrm>
            <a:off x="3386700" y="1070875"/>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539" name="Google Shape;539;p59"/>
          <p:cNvSpPr txBox="1"/>
          <p:nvPr>
            <p:ph idx="3" type="title"/>
          </p:nvPr>
        </p:nvSpPr>
        <p:spPr>
          <a:xfrm>
            <a:off x="6307650" y="482616"/>
            <a:ext cx="18621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p:txBody>
      </p:sp>
      <p:sp>
        <p:nvSpPr>
          <p:cNvPr id="540" name="Google Shape;540;p59"/>
          <p:cNvSpPr txBox="1"/>
          <p:nvPr>
            <p:ph idx="4" type="subTitle"/>
          </p:nvPr>
        </p:nvSpPr>
        <p:spPr>
          <a:xfrm>
            <a:off x="6307650" y="690369"/>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541" name="Google Shape;541;p59"/>
          <p:cNvSpPr txBox="1"/>
          <p:nvPr>
            <p:ph idx="5" type="subTitle"/>
          </p:nvPr>
        </p:nvSpPr>
        <p:spPr>
          <a:xfrm>
            <a:off x="6307650" y="1070875"/>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542" name="Google Shape;542;p59"/>
          <p:cNvSpPr txBox="1"/>
          <p:nvPr>
            <p:ph idx="6" type="title"/>
          </p:nvPr>
        </p:nvSpPr>
        <p:spPr>
          <a:xfrm>
            <a:off x="233850" y="228600"/>
            <a:ext cx="21900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1pPr>
            <a:lvl2pPr lvl="1">
              <a:spcBef>
                <a:spcPts val="0"/>
              </a:spcBef>
              <a:spcAft>
                <a:spcPts val="0"/>
              </a:spcAft>
              <a:buClr>
                <a:schemeClr val="dk2"/>
              </a:buClr>
              <a:buSzPts val="3000"/>
              <a:buFont typeface="Urbanist"/>
              <a:buNone/>
              <a:defRPr>
                <a:solidFill>
                  <a:schemeClr val="dk2"/>
                </a:solidFill>
              </a:defRPr>
            </a:lvl2pPr>
            <a:lvl3pPr lvl="2">
              <a:spcBef>
                <a:spcPts val="0"/>
              </a:spcBef>
              <a:spcAft>
                <a:spcPts val="0"/>
              </a:spcAft>
              <a:buClr>
                <a:schemeClr val="dk2"/>
              </a:buClr>
              <a:buSzPts val="3000"/>
              <a:buFont typeface="Urbanist"/>
              <a:buNone/>
              <a:defRPr>
                <a:solidFill>
                  <a:schemeClr val="dk2"/>
                </a:solidFill>
              </a:defRPr>
            </a:lvl3pPr>
            <a:lvl4pPr lvl="3">
              <a:spcBef>
                <a:spcPts val="0"/>
              </a:spcBef>
              <a:spcAft>
                <a:spcPts val="0"/>
              </a:spcAft>
              <a:buClr>
                <a:schemeClr val="dk2"/>
              </a:buClr>
              <a:buSzPts val="3000"/>
              <a:buFont typeface="Urbanist"/>
              <a:buNone/>
              <a:defRPr>
                <a:solidFill>
                  <a:schemeClr val="dk2"/>
                </a:solidFill>
              </a:defRPr>
            </a:lvl4pPr>
            <a:lvl5pPr lvl="4">
              <a:spcBef>
                <a:spcPts val="0"/>
              </a:spcBef>
              <a:spcAft>
                <a:spcPts val="0"/>
              </a:spcAft>
              <a:buClr>
                <a:schemeClr val="dk2"/>
              </a:buClr>
              <a:buSzPts val="3000"/>
              <a:buFont typeface="Urbanist"/>
              <a:buNone/>
              <a:defRPr>
                <a:solidFill>
                  <a:schemeClr val="dk2"/>
                </a:solidFill>
              </a:defRPr>
            </a:lvl5pPr>
            <a:lvl6pPr lvl="5">
              <a:spcBef>
                <a:spcPts val="0"/>
              </a:spcBef>
              <a:spcAft>
                <a:spcPts val="0"/>
              </a:spcAft>
              <a:buClr>
                <a:schemeClr val="dk2"/>
              </a:buClr>
              <a:buSzPts val="3000"/>
              <a:buFont typeface="Urbanist"/>
              <a:buNone/>
              <a:defRPr>
                <a:solidFill>
                  <a:schemeClr val="dk2"/>
                </a:solidFill>
              </a:defRPr>
            </a:lvl6pPr>
            <a:lvl7pPr lvl="6">
              <a:spcBef>
                <a:spcPts val="0"/>
              </a:spcBef>
              <a:spcAft>
                <a:spcPts val="0"/>
              </a:spcAft>
              <a:buClr>
                <a:schemeClr val="dk2"/>
              </a:buClr>
              <a:buSzPts val="3000"/>
              <a:buFont typeface="Urbanist"/>
              <a:buNone/>
              <a:defRPr>
                <a:solidFill>
                  <a:schemeClr val="dk2"/>
                </a:solidFill>
              </a:defRPr>
            </a:lvl7pPr>
            <a:lvl8pPr lvl="7">
              <a:spcBef>
                <a:spcPts val="0"/>
              </a:spcBef>
              <a:spcAft>
                <a:spcPts val="0"/>
              </a:spcAft>
              <a:buClr>
                <a:schemeClr val="dk2"/>
              </a:buClr>
              <a:buSzPts val="3000"/>
              <a:buFont typeface="Urbanist"/>
              <a:buNone/>
              <a:defRPr>
                <a:solidFill>
                  <a:schemeClr val="dk2"/>
                </a:solidFill>
              </a:defRPr>
            </a:lvl8pPr>
            <a:lvl9pPr lvl="8">
              <a:spcBef>
                <a:spcPts val="0"/>
              </a:spcBef>
              <a:spcAft>
                <a:spcPts val="0"/>
              </a:spcAft>
              <a:buClr>
                <a:schemeClr val="dk2"/>
              </a:buClr>
              <a:buSzPts val="3000"/>
              <a:buFont typeface="Urbanist"/>
              <a:buNone/>
              <a:defRPr>
                <a:solidFill>
                  <a:schemeClr val="dk2"/>
                </a:solidFill>
              </a:defRPr>
            </a:lvl9pPr>
          </a:lstStyle>
          <a:p/>
        </p:txBody>
      </p:sp>
      <p:sp>
        <p:nvSpPr>
          <p:cNvPr id="543" name="Google Shape;543;p59"/>
          <p:cNvSpPr txBox="1"/>
          <p:nvPr>
            <p:ph idx="7" type="subTitle"/>
          </p:nvPr>
        </p:nvSpPr>
        <p:spPr>
          <a:xfrm>
            <a:off x="3482800" y="4057204"/>
            <a:ext cx="1076100" cy="168300"/>
          </a:xfrm>
          <a:prstGeom prst="rect">
            <a:avLst/>
          </a:prstGeom>
        </p:spPr>
        <p:txBody>
          <a:bodyPr anchorCtr="0" anchor="t" bIns="91425" lIns="0" spcFirstLastPara="1" rIns="91425" wrap="square" tIns="0">
            <a:noAutofit/>
          </a:bodyPr>
          <a:lstStyle>
            <a:lvl1pPr lvl="0" algn="ctr">
              <a:lnSpc>
                <a:spcPct val="85000"/>
              </a:lnSpc>
              <a:spcBef>
                <a:spcPts val="0"/>
              </a:spcBef>
              <a:spcAft>
                <a:spcPts val="0"/>
              </a:spcAft>
              <a:buNone/>
              <a:defRPr sz="800">
                <a:solidFill>
                  <a:schemeClr val="dk1"/>
                </a:solidFill>
                <a:latin typeface="Urbanist Medium"/>
                <a:ea typeface="Urbanist Medium"/>
                <a:cs typeface="Urbanist Medium"/>
                <a:sym typeface="Urbanist Medium"/>
              </a:defRPr>
            </a:lvl1pPr>
            <a:lvl2pPr lvl="1"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2pPr>
            <a:lvl3pPr lvl="2"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3pPr>
            <a:lvl4pPr lvl="3"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4pPr>
            <a:lvl5pPr lvl="4"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5pPr>
            <a:lvl6pPr lvl="5"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6pPr>
            <a:lvl7pPr lvl="6"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7pPr>
            <a:lvl8pPr lvl="7"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8pPr>
            <a:lvl9pPr lvl="8"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9pPr>
          </a:lstStyle>
          <a:p/>
        </p:txBody>
      </p:sp>
      <p:sp>
        <p:nvSpPr>
          <p:cNvPr id="544" name="Google Shape;544;p59"/>
          <p:cNvSpPr txBox="1"/>
          <p:nvPr>
            <p:ph idx="8" type="subTitle"/>
          </p:nvPr>
        </p:nvSpPr>
        <p:spPr>
          <a:xfrm>
            <a:off x="6405300" y="4057079"/>
            <a:ext cx="1076100" cy="168300"/>
          </a:xfrm>
          <a:prstGeom prst="rect">
            <a:avLst/>
          </a:prstGeom>
        </p:spPr>
        <p:txBody>
          <a:bodyPr anchorCtr="0" anchor="t" bIns="91425" lIns="0" spcFirstLastPara="1" rIns="91425" wrap="square" tIns="0">
            <a:noAutofit/>
          </a:bodyPr>
          <a:lstStyle>
            <a:lvl1pPr lvl="0" algn="ctr">
              <a:lnSpc>
                <a:spcPct val="85000"/>
              </a:lnSpc>
              <a:spcBef>
                <a:spcPts val="0"/>
              </a:spcBef>
              <a:spcAft>
                <a:spcPts val="0"/>
              </a:spcAft>
              <a:buNone/>
              <a:defRPr sz="800">
                <a:solidFill>
                  <a:schemeClr val="dk1"/>
                </a:solidFill>
                <a:latin typeface="Urbanist Medium"/>
                <a:ea typeface="Urbanist Medium"/>
                <a:cs typeface="Urbanist Medium"/>
                <a:sym typeface="Urbanist Medium"/>
              </a:defRPr>
            </a:lvl1pPr>
            <a:lvl2pPr lvl="1"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2pPr>
            <a:lvl3pPr lvl="2"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3pPr>
            <a:lvl4pPr lvl="3"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4pPr>
            <a:lvl5pPr lvl="4"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5pPr>
            <a:lvl6pPr lvl="5"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6pPr>
            <a:lvl7pPr lvl="6"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7pPr>
            <a:lvl8pPr lvl="7"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8pPr>
            <a:lvl9pPr lvl="8"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9pPr>
          </a:lstStyle>
          <a:p/>
        </p:txBody>
      </p:sp>
      <p:sp>
        <p:nvSpPr>
          <p:cNvPr id="545" name="Google Shape;545;p59"/>
          <p:cNvSpPr txBox="1"/>
          <p:nvPr>
            <p:ph idx="9"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546" name="Google Shape;546;p59"/>
          <p:cNvSpPr txBox="1"/>
          <p:nvPr>
            <p:ph idx="1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547" name="Google Shape;547;p59"/>
          <p:cNvSpPr txBox="1"/>
          <p:nvPr>
            <p:ph idx="1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548" name="Google Shape;548;p59"/>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grpSp>
        <p:nvGrpSpPr>
          <p:cNvPr id="549" name="Google Shape;549;p59"/>
          <p:cNvGrpSpPr/>
          <p:nvPr/>
        </p:nvGrpSpPr>
        <p:grpSpPr>
          <a:xfrm rot="-5400000">
            <a:off x="4794488" y="4206993"/>
            <a:ext cx="141588" cy="73485"/>
            <a:chOff x="498725" y="2069800"/>
            <a:chExt cx="205200" cy="106500"/>
          </a:xfrm>
        </p:grpSpPr>
        <p:cxnSp>
          <p:nvCxnSpPr>
            <p:cNvPr id="550" name="Google Shape;550;p59"/>
            <p:cNvCxnSpPr/>
            <p:nvPr/>
          </p:nvCxnSpPr>
          <p:spPr>
            <a:xfrm flipH="1" rot="-5400000">
              <a:off x="498725" y="2069800"/>
              <a:ext cx="103500" cy="103500"/>
            </a:xfrm>
            <a:prstGeom prst="straightConnector1">
              <a:avLst/>
            </a:prstGeom>
            <a:noFill/>
            <a:ln cap="flat" cmpd="sng" w="9525">
              <a:solidFill>
                <a:schemeClr val="lt2"/>
              </a:solidFill>
              <a:prstDash val="solid"/>
              <a:round/>
              <a:headEnd len="med" w="med" type="none"/>
              <a:tailEnd len="med" w="med" type="none"/>
            </a:ln>
          </p:spPr>
        </p:cxnSp>
        <p:cxnSp>
          <p:nvCxnSpPr>
            <p:cNvPr id="551" name="Google Shape;551;p59"/>
            <p:cNvCxnSpPr/>
            <p:nvPr/>
          </p:nvCxnSpPr>
          <p:spPr>
            <a:xfrm rot="5400000">
              <a:off x="596825" y="2069200"/>
              <a:ext cx="106500" cy="107700"/>
            </a:xfrm>
            <a:prstGeom prst="straightConnector1">
              <a:avLst/>
            </a:prstGeom>
            <a:noFill/>
            <a:ln cap="flat" cmpd="sng" w="9525">
              <a:solidFill>
                <a:schemeClr val="lt2"/>
              </a:solidFill>
              <a:prstDash val="solid"/>
              <a:round/>
              <a:headEnd len="med" w="med" type="none"/>
              <a:tailEnd len="med" w="med" type="none"/>
            </a:ln>
          </p:spPr>
        </p:cxnSp>
      </p:grpSp>
      <p:sp>
        <p:nvSpPr>
          <p:cNvPr id="552" name="Google Shape;552;p59"/>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553" name="Google Shape;553;p59"/>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cards">
  <p:cSld name="CUSTOM_1_1">
    <p:spTree>
      <p:nvGrpSpPr>
        <p:cNvPr id="554" name="Shape 554"/>
        <p:cNvGrpSpPr/>
        <p:nvPr/>
      </p:nvGrpSpPr>
      <p:grpSpPr>
        <a:xfrm>
          <a:off x="0" y="0"/>
          <a:ext cx="0" cy="0"/>
          <a:chOff x="0" y="0"/>
          <a:chExt cx="0" cy="0"/>
        </a:xfrm>
      </p:grpSpPr>
      <p:sp>
        <p:nvSpPr>
          <p:cNvPr id="555" name="Google Shape;555;p60"/>
          <p:cNvSpPr txBox="1"/>
          <p:nvPr>
            <p:ph type="title"/>
          </p:nvPr>
        </p:nvSpPr>
        <p:spPr>
          <a:xfrm>
            <a:off x="233850" y="228600"/>
            <a:ext cx="21900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Urbanist"/>
              <a:buNone/>
              <a:defRPr sz="1200">
                <a:latin typeface="Urbanist"/>
                <a:ea typeface="Urbanist"/>
                <a:cs typeface="Urbanist"/>
                <a:sym typeface="Urbanist"/>
              </a:defRPr>
            </a:lvl1pPr>
            <a:lvl2pPr lvl="1">
              <a:spcBef>
                <a:spcPts val="0"/>
              </a:spcBef>
              <a:spcAft>
                <a:spcPts val="0"/>
              </a:spcAft>
              <a:buClr>
                <a:schemeClr val="lt1"/>
              </a:buClr>
              <a:buSzPts val="3000"/>
              <a:buFont typeface="Urbanist"/>
              <a:buNone/>
              <a:defRPr/>
            </a:lvl2pPr>
            <a:lvl3pPr lvl="2">
              <a:spcBef>
                <a:spcPts val="0"/>
              </a:spcBef>
              <a:spcAft>
                <a:spcPts val="0"/>
              </a:spcAft>
              <a:buClr>
                <a:schemeClr val="lt1"/>
              </a:buClr>
              <a:buSzPts val="3000"/>
              <a:buFont typeface="Urbanist"/>
              <a:buNone/>
              <a:defRPr/>
            </a:lvl3pPr>
            <a:lvl4pPr lvl="3">
              <a:spcBef>
                <a:spcPts val="0"/>
              </a:spcBef>
              <a:spcAft>
                <a:spcPts val="0"/>
              </a:spcAft>
              <a:buClr>
                <a:schemeClr val="lt1"/>
              </a:buClr>
              <a:buSzPts val="3000"/>
              <a:buFont typeface="Urbanist"/>
              <a:buNone/>
              <a:defRPr/>
            </a:lvl4pPr>
            <a:lvl5pPr lvl="4">
              <a:spcBef>
                <a:spcPts val="0"/>
              </a:spcBef>
              <a:spcAft>
                <a:spcPts val="0"/>
              </a:spcAft>
              <a:buClr>
                <a:schemeClr val="lt1"/>
              </a:buClr>
              <a:buSzPts val="3000"/>
              <a:buFont typeface="Urbanist"/>
              <a:buNone/>
              <a:defRPr/>
            </a:lvl5pPr>
            <a:lvl6pPr lvl="5">
              <a:spcBef>
                <a:spcPts val="0"/>
              </a:spcBef>
              <a:spcAft>
                <a:spcPts val="0"/>
              </a:spcAft>
              <a:buClr>
                <a:schemeClr val="lt1"/>
              </a:buClr>
              <a:buSzPts val="3000"/>
              <a:buFont typeface="Urbanist"/>
              <a:buNone/>
              <a:defRPr/>
            </a:lvl6pPr>
            <a:lvl7pPr lvl="6">
              <a:spcBef>
                <a:spcPts val="0"/>
              </a:spcBef>
              <a:spcAft>
                <a:spcPts val="0"/>
              </a:spcAft>
              <a:buClr>
                <a:schemeClr val="lt1"/>
              </a:buClr>
              <a:buSzPts val="3000"/>
              <a:buFont typeface="Urbanist"/>
              <a:buNone/>
              <a:defRPr/>
            </a:lvl7pPr>
            <a:lvl8pPr lvl="7">
              <a:spcBef>
                <a:spcPts val="0"/>
              </a:spcBef>
              <a:spcAft>
                <a:spcPts val="0"/>
              </a:spcAft>
              <a:buClr>
                <a:schemeClr val="lt1"/>
              </a:buClr>
              <a:buSzPts val="3000"/>
              <a:buFont typeface="Urbanist"/>
              <a:buNone/>
              <a:defRPr/>
            </a:lvl8pPr>
            <a:lvl9pPr lvl="8">
              <a:spcBef>
                <a:spcPts val="0"/>
              </a:spcBef>
              <a:spcAft>
                <a:spcPts val="0"/>
              </a:spcAft>
              <a:buClr>
                <a:schemeClr val="lt1"/>
              </a:buClr>
              <a:buSzPts val="3000"/>
              <a:buFont typeface="Urbanist"/>
              <a:buNone/>
              <a:defRPr/>
            </a:lvl9pPr>
          </a:lstStyle>
          <a:p/>
        </p:txBody>
      </p:sp>
      <p:sp>
        <p:nvSpPr>
          <p:cNvPr id="556" name="Google Shape;556;p60"/>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557" name="Google Shape;557;p60"/>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558" name="Google Shape;558;p60"/>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559" name="Google Shape;559;p60"/>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560" name="Google Shape;560;p60"/>
          <p:cNvSpPr txBox="1"/>
          <p:nvPr>
            <p:ph idx="4" type="title"/>
          </p:nvPr>
        </p:nvSpPr>
        <p:spPr>
          <a:xfrm>
            <a:off x="3379125" y="491100"/>
            <a:ext cx="14613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p:txBody>
      </p:sp>
      <p:sp>
        <p:nvSpPr>
          <p:cNvPr id="561" name="Google Shape;561;p60"/>
          <p:cNvSpPr txBox="1"/>
          <p:nvPr>
            <p:ph idx="5" type="subTitle"/>
          </p:nvPr>
        </p:nvSpPr>
        <p:spPr>
          <a:xfrm>
            <a:off x="3379125" y="691577"/>
            <a:ext cx="15495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562" name="Google Shape;562;p60"/>
          <p:cNvSpPr txBox="1"/>
          <p:nvPr>
            <p:ph idx="6" type="subTitle"/>
          </p:nvPr>
        </p:nvSpPr>
        <p:spPr>
          <a:xfrm>
            <a:off x="3379123" y="1072077"/>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563" name="Google Shape;563;p60"/>
          <p:cNvSpPr txBox="1"/>
          <p:nvPr>
            <p:ph idx="7" type="title"/>
          </p:nvPr>
        </p:nvSpPr>
        <p:spPr>
          <a:xfrm>
            <a:off x="6318039" y="491100"/>
            <a:ext cx="14613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p:txBody>
      </p:sp>
      <p:sp>
        <p:nvSpPr>
          <p:cNvPr id="564" name="Google Shape;564;p60"/>
          <p:cNvSpPr txBox="1"/>
          <p:nvPr>
            <p:ph idx="8" type="subTitle"/>
          </p:nvPr>
        </p:nvSpPr>
        <p:spPr>
          <a:xfrm>
            <a:off x="6318039" y="691577"/>
            <a:ext cx="15495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565" name="Google Shape;565;p60"/>
          <p:cNvSpPr txBox="1"/>
          <p:nvPr>
            <p:ph idx="9" type="subTitle"/>
          </p:nvPr>
        </p:nvSpPr>
        <p:spPr>
          <a:xfrm>
            <a:off x="6318036" y="1072077"/>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566" name="Google Shape;566;p60"/>
          <p:cNvSpPr txBox="1"/>
          <p:nvPr>
            <p:ph idx="13" type="title"/>
          </p:nvPr>
        </p:nvSpPr>
        <p:spPr>
          <a:xfrm>
            <a:off x="6318039" y="2655740"/>
            <a:ext cx="14613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p:txBody>
      </p:sp>
      <p:sp>
        <p:nvSpPr>
          <p:cNvPr id="567" name="Google Shape;567;p60"/>
          <p:cNvSpPr txBox="1"/>
          <p:nvPr>
            <p:ph idx="14" type="subTitle"/>
          </p:nvPr>
        </p:nvSpPr>
        <p:spPr>
          <a:xfrm>
            <a:off x="6318039" y="2856216"/>
            <a:ext cx="15495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568" name="Google Shape;568;p60"/>
          <p:cNvSpPr txBox="1"/>
          <p:nvPr>
            <p:ph idx="15" type="subTitle"/>
          </p:nvPr>
        </p:nvSpPr>
        <p:spPr>
          <a:xfrm>
            <a:off x="6318036" y="3236717"/>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569" name="Google Shape;569;p60"/>
          <p:cNvSpPr txBox="1"/>
          <p:nvPr>
            <p:ph idx="16" type="title"/>
          </p:nvPr>
        </p:nvSpPr>
        <p:spPr>
          <a:xfrm>
            <a:off x="3379125" y="2655740"/>
            <a:ext cx="14613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p:txBody>
      </p:sp>
      <p:sp>
        <p:nvSpPr>
          <p:cNvPr id="570" name="Google Shape;570;p60"/>
          <p:cNvSpPr txBox="1"/>
          <p:nvPr>
            <p:ph idx="17" type="subTitle"/>
          </p:nvPr>
        </p:nvSpPr>
        <p:spPr>
          <a:xfrm>
            <a:off x="3379125" y="2856216"/>
            <a:ext cx="15495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571" name="Google Shape;571;p60"/>
          <p:cNvSpPr txBox="1"/>
          <p:nvPr>
            <p:ph idx="18" type="subTitle"/>
          </p:nvPr>
        </p:nvSpPr>
        <p:spPr>
          <a:xfrm>
            <a:off x="3379123" y="3236717"/>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572" name="Google Shape;572;p60"/>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573" name="Google Shape;573;p60"/>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
  <p:cSld name="CUSTOM_7_1_1_1_1_1_1_1_1_1_1_1_1_1_1_1_1_1">
    <p:spTree>
      <p:nvGrpSpPr>
        <p:cNvPr id="574" name="Shape 574"/>
        <p:cNvGrpSpPr/>
        <p:nvPr/>
      </p:nvGrpSpPr>
      <p:grpSpPr>
        <a:xfrm>
          <a:off x="0" y="0"/>
          <a:ext cx="0" cy="0"/>
          <a:chOff x="0" y="0"/>
          <a:chExt cx="0" cy="0"/>
        </a:xfrm>
      </p:grpSpPr>
      <p:pic>
        <p:nvPicPr>
          <p:cNvPr id="575" name="Google Shape;575;p61"/>
          <p:cNvPicPr preferRelativeResize="0"/>
          <p:nvPr/>
        </p:nvPicPr>
        <p:blipFill rotWithShape="1">
          <a:blip r:embed="rId2">
            <a:alphaModFix/>
          </a:blip>
          <a:srcRect b="14588" l="0" r="15469" t="0"/>
          <a:stretch/>
        </p:blipFill>
        <p:spPr>
          <a:xfrm flipH="1">
            <a:off x="4571999" y="2061075"/>
            <a:ext cx="4572001" cy="3082424"/>
          </a:xfrm>
          <a:prstGeom prst="rect">
            <a:avLst/>
          </a:prstGeom>
          <a:noFill/>
          <a:ln>
            <a:noFill/>
          </a:ln>
        </p:spPr>
      </p:pic>
      <p:cxnSp>
        <p:nvCxnSpPr>
          <p:cNvPr id="576" name="Google Shape;576;p61"/>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577" name="Google Shape;577;p61"/>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578" name="Google Shape;578;p61"/>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579" name="Google Shape;579;p61"/>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580" name="Google Shape;580;p61"/>
          <p:cNvSpPr txBox="1"/>
          <p:nvPr>
            <p:ph idx="4"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p:txBody>
      </p:sp>
      <p:sp>
        <p:nvSpPr>
          <p:cNvPr id="581" name="Google Shape;581;p61"/>
          <p:cNvSpPr txBox="1"/>
          <p:nvPr>
            <p:ph type="title"/>
          </p:nvPr>
        </p:nvSpPr>
        <p:spPr>
          <a:xfrm>
            <a:off x="355225" y="1775475"/>
            <a:ext cx="18621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3000"/>
              <a:buFont typeface="Urbanist"/>
              <a:buNone/>
              <a:defRPr sz="1800">
                <a:solidFill>
                  <a:schemeClr val="accent3"/>
                </a:solidFill>
              </a:defRPr>
            </a:lvl1pPr>
            <a:lvl2pPr lvl="1">
              <a:spcBef>
                <a:spcPts val="0"/>
              </a:spcBef>
              <a:spcAft>
                <a:spcPts val="0"/>
              </a:spcAft>
              <a:buClr>
                <a:schemeClr val="accent3"/>
              </a:buClr>
              <a:buSzPts val="3000"/>
              <a:buFont typeface="Urbanist"/>
              <a:buNone/>
              <a:defRPr>
                <a:solidFill>
                  <a:schemeClr val="accent3"/>
                </a:solidFill>
              </a:defRPr>
            </a:lvl2pPr>
            <a:lvl3pPr lvl="2">
              <a:spcBef>
                <a:spcPts val="0"/>
              </a:spcBef>
              <a:spcAft>
                <a:spcPts val="0"/>
              </a:spcAft>
              <a:buClr>
                <a:schemeClr val="accent3"/>
              </a:buClr>
              <a:buSzPts val="3000"/>
              <a:buFont typeface="Urbanist"/>
              <a:buNone/>
              <a:defRPr>
                <a:solidFill>
                  <a:schemeClr val="accent3"/>
                </a:solidFill>
              </a:defRPr>
            </a:lvl3pPr>
            <a:lvl4pPr lvl="3">
              <a:spcBef>
                <a:spcPts val="0"/>
              </a:spcBef>
              <a:spcAft>
                <a:spcPts val="0"/>
              </a:spcAft>
              <a:buClr>
                <a:schemeClr val="accent3"/>
              </a:buClr>
              <a:buSzPts val="3000"/>
              <a:buFont typeface="Urbanist"/>
              <a:buNone/>
              <a:defRPr>
                <a:solidFill>
                  <a:schemeClr val="accent3"/>
                </a:solidFill>
              </a:defRPr>
            </a:lvl4pPr>
            <a:lvl5pPr lvl="4">
              <a:spcBef>
                <a:spcPts val="0"/>
              </a:spcBef>
              <a:spcAft>
                <a:spcPts val="0"/>
              </a:spcAft>
              <a:buClr>
                <a:schemeClr val="accent3"/>
              </a:buClr>
              <a:buSzPts val="3000"/>
              <a:buFont typeface="Urbanist"/>
              <a:buNone/>
              <a:defRPr>
                <a:solidFill>
                  <a:schemeClr val="accent3"/>
                </a:solidFill>
              </a:defRPr>
            </a:lvl5pPr>
            <a:lvl6pPr lvl="5">
              <a:spcBef>
                <a:spcPts val="0"/>
              </a:spcBef>
              <a:spcAft>
                <a:spcPts val="0"/>
              </a:spcAft>
              <a:buClr>
                <a:schemeClr val="accent3"/>
              </a:buClr>
              <a:buSzPts val="3000"/>
              <a:buFont typeface="Urbanist"/>
              <a:buNone/>
              <a:defRPr>
                <a:solidFill>
                  <a:schemeClr val="accent3"/>
                </a:solidFill>
              </a:defRPr>
            </a:lvl6pPr>
            <a:lvl7pPr lvl="6">
              <a:spcBef>
                <a:spcPts val="0"/>
              </a:spcBef>
              <a:spcAft>
                <a:spcPts val="0"/>
              </a:spcAft>
              <a:buClr>
                <a:schemeClr val="accent3"/>
              </a:buClr>
              <a:buSzPts val="3000"/>
              <a:buFont typeface="Urbanist"/>
              <a:buNone/>
              <a:defRPr>
                <a:solidFill>
                  <a:schemeClr val="accent3"/>
                </a:solidFill>
              </a:defRPr>
            </a:lvl7pPr>
            <a:lvl8pPr lvl="7">
              <a:spcBef>
                <a:spcPts val="0"/>
              </a:spcBef>
              <a:spcAft>
                <a:spcPts val="0"/>
              </a:spcAft>
              <a:buClr>
                <a:schemeClr val="accent3"/>
              </a:buClr>
              <a:buSzPts val="3000"/>
              <a:buFont typeface="Urbanist"/>
              <a:buNone/>
              <a:defRPr>
                <a:solidFill>
                  <a:schemeClr val="accent3"/>
                </a:solidFill>
              </a:defRPr>
            </a:lvl8pPr>
            <a:lvl9pPr lvl="8">
              <a:spcBef>
                <a:spcPts val="0"/>
              </a:spcBef>
              <a:spcAft>
                <a:spcPts val="0"/>
              </a:spcAft>
              <a:buClr>
                <a:schemeClr val="accent3"/>
              </a:buClr>
              <a:buSzPts val="3000"/>
              <a:buFont typeface="Urbanist"/>
              <a:buNone/>
              <a:defRPr>
                <a:solidFill>
                  <a:schemeClr val="accent3"/>
                </a:solidFill>
              </a:defRPr>
            </a:lvl9pPr>
          </a:lstStyle>
          <a:p/>
        </p:txBody>
      </p:sp>
      <p:sp>
        <p:nvSpPr>
          <p:cNvPr id="582" name="Google Shape;582;p61"/>
          <p:cNvSpPr txBox="1"/>
          <p:nvPr>
            <p:ph idx="5" type="subTitle"/>
          </p:nvPr>
        </p:nvSpPr>
        <p:spPr>
          <a:xfrm>
            <a:off x="355225" y="2161825"/>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3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583" name="Google Shape;583;p61"/>
          <p:cNvSpPr txBox="1"/>
          <p:nvPr>
            <p:ph idx="6" type="body"/>
          </p:nvPr>
        </p:nvSpPr>
        <p:spPr>
          <a:xfrm>
            <a:off x="355225" y="2465025"/>
            <a:ext cx="1826700" cy="477900"/>
          </a:xfrm>
          <a:prstGeom prst="rect">
            <a:avLst/>
          </a:prstGeom>
        </p:spPr>
        <p:txBody>
          <a:bodyPr anchorCtr="0" anchor="t" bIns="91425" lIns="0" spcFirstLastPara="1" rIns="91425" wrap="square" tIns="0">
            <a:noAutofit/>
          </a:bodyPr>
          <a:lstStyle>
            <a:lvl1pPr indent="-279400" lvl="0" marL="457200">
              <a:spcBef>
                <a:spcPts val="0"/>
              </a:spcBef>
              <a:spcAft>
                <a:spcPts val="0"/>
              </a:spcAft>
              <a:buClr>
                <a:schemeClr val="dk2"/>
              </a:buClr>
              <a:buSzPts val="800"/>
              <a:buFont typeface="Urbanist"/>
              <a:buChar char="●"/>
              <a:defRPr sz="800">
                <a:solidFill>
                  <a:schemeClr val="dk2"/>
                </a:solidFill>
              </a:defRPr>
            </a:lvl1pPr>
            <a:lvl2pPr indent="-279400" lvl="1" marL="914400">
              <a:spcBef>
                <a:spcPts val="0"/>
              </a:spcBef>
              <a:spcAft>
                <a:spcPts val="0"/>
              </a:spcAft>
              <a:buClr>
                <a:schemeClr val="dk2"/>
              </a:buClr>
              <a:buSzPts val="800"/>
              <a:buFont typeface="Urbanist"/>
              <a:buChar char="○"/>
              <a:defRPr sz="800">
                <a:solidFill>
                  <a:schemeClr val="dk2"/>
                </a:solidFill>
              </a:defRPr>
            </a:lvl2pPr>
            <a:lvl3pPr indent="-279400" lvl="2" marL="1371600">
              <a:spcBef>
                <a:spcPts val="0"/>
              </a:spcBef>
              <a:spcAft>
                <a:spcPts val="0"/>
              </a:spcAft>
              <a:buClr>
                <a:schemeClr val="dk2"/>
              </a:buClr>
              <a:buSzPts val="800"/>
              <a:buFont typeface="Urbanist"/>
              <a:buChar char="■"/>
              <a:defRPr sz="800">
                <a:solidFill>
                  <a:schemeClr val="dk2"/>
                </a:solidFill>
              </a:defRPr>
            </a:lvl3pPr>
            <a:lvl4pPr indent="-279400" lvl="3" marL="1828800">
              <a:spcBef>
                <a:spcPts val="0"/>
              </a:spcBef>
              <a:spcAft>
                <a:spcPts val="0"/>
              </a:spcAft>
              <a:buClr>
                <a:schemeClr val="dk2"/>
              </a:buClr>
              <a:buSzPts val="800"/>
              <a:buFont typeface="Urbanist"/>
              <a:buChar char="●"/>
              <a:defRPr sz="800">
                <a:solidFill>
                  <a:schemeClr val="dk2"/>
                </a:solidFill>
              </a:defRPr>
            </a:lvl4pPr>
            <a:lvl5pPr indent="-279400" lvl="4" marL="2286000">
              <a:spcBef>
                <a:spcPts val="0"/>
              </a:spcBef>
              <a:spcAft>
                <a:spcPts val="0"/>
              </a:spcAft>
              <a:buClr>
                <a:schemeClr val="dk2"/>
              </a:buClr>
              <a:buSzPts val="800"/>
              <a:buFont typeface="Urbanist"/>
              <a:buChar char="○"/>
              <a:defRPr sz="800">
                <a:solidFill>
                  <a:schemeClr val="dk2"/>
                </a:solidFill>
              </a:defRPr>
            </a:lvl5pPr>
            <a:lvl6pPr indent="-279400" lvl="5" marL="2743200">
              <a:spcBef>
                <a:spcPts val="0"/>
              </a:spcBef>
              <a:spcAft>
                <a:spcPts val="0"/>
              </a:spcAft>
              <a:buClr>
                <a:schemeClr val="dk2"/>
              </a:buClr>
              <a:buSzPts val="800"/>
              <a:buFont typeface="Urbanist"/>
              <a:buChar char="■"/>
              <a:defRPr sz="800">
                <a:solidFill>
                  <a:schemeClr val="dk2"/>
                </a:solidFill>
              </a:defRPr>
            </a:lvl6pPr>
            <a:lvl7pPr indent="-279400" lvl="6" marL="3200400">
              <a:spcBef>
                <a:spcPts val="0"/>
              </a:spcBef>
              <a:spcAft>
                <a:spcPts val="0"/>
              </a:spcAft>
              <a:buClr>
                <a:schemeClr val="dk2"/>
              </a:buClr>
              <a:buSzPts val="800"/>
              <a:buFont typeface="Urbanist"/>
              <a:buChar char="●"/>
              <a:defRPr sz="800">
                <a:solidFill>
                  <a:schemeClr val="dk2"/>
                </a:solidFill>
              </a:defRPr>
            </a:lvl7pPr>
            <a:lvl8pPr indent="-279400" lvl="7" marL="3657600">
              <a:spcBef>
                <a:spcPts val="0"/>
              </a:spcBef>
              <a:spcAft>
                <a:spcPts val="0"/>
              </a:spcAft>
              <a:buClr>
                <a:schemeClr val="dk2"/>
              </a:buClr>
              <a:buSzPts val="800"/>
              <a:buFont typeface="Urbanist"/>
              <a:buChar char="○"/>
              <a:defRPr sz="800">
                <a:solidFill>
                  <a:schemeClr val="dk2"/>
                </a:solidFill>
              </a:defRPr>
            </a:lvl8pPr>
            <a:lvl9pPr indent="-279400" lvl="8" marL="4114800">
              <a:spcBef>
                <a:spcPts val="0"/>
              </a:spcBef>
              <a:spcAft>
                <a:spcPts val="0"/>
              </a:spcAft>
              <a:buClr>
                <a:schemeClr val="dk2"/>
              </a:buClr>
              <a:buSzPts val="800"/>
              <a:buFont typeface="Urbanist"/>
              <a:buChar char="■"/>
              <a:defRPr sz="800">
                <a:solidFill>
                  <a:schemeClr val="dk2"/>
                </a:solidFill>
              </a:defRPr>
            </a:lvl9pPr>
          </a:lstStyle>
          <a:p/>
        </p:txBody>
      </p:sp>
      <p:sp>
        <p:nvSpPr>
          <p:cNvPr id="584" name="Google Shape;584;p61"/>
          <p:cNvSpPr txBox="1"/>
          <p:nvPr>
            <p:ph idx="7" type="title"/>
          </p:nvPr>
        </p:nvSpPr>
        <p:spPr>
          <a:xfrm>
            <a:off x="2543875" y="1775475"/>
            <a:ext cx="1862100" cy="293100"/>
          </a:xfrm>
          <a:prstGeom prst="rect">
            <a:avLst/>
          </a:prstGeom>
        </p:spPr>
        <p:txBody>
          <a:bodyPr anchorCtr="0" anchor="b" bIns="91425" lIns="0" spcFirstLastPara="1" rIns="91425" wrap="square" tIns="0">
            <a:noAutofit/>
          </a:bodyPr>
          <a:lstStyle>
            <a:lvl1pPr lvl="0">
              <a:lnSpc>
                <a:spcPct val="90000"/>
              </a:lnSpc>
              <a:spcBef>
                <a:spcPts val="0"/>
              </a:spcBef>
              <a:spcAft>
                <a:spcPts val="0"/>
              </a:spcAft>
              <a:buClr>
                <a:schemeClr val="accent3"/>
              </a:buClr>
              <a:buSzPts val="3000"/>
              <a:buFont typeface="Urbanist"/>
              <a:buNone/>
              <a:defRPr sz="1800">
                <a:solidFill>
                  <a:schemeClr val="accent3"/>
                </a:solidFill>
              </a:defRPr>
            </a:lvl1pPr>
            <a:lvl2pPr lvl="1">
              <a:spcBef>
                <a:spcPts val="0"/>
              </a:spcBef>
              <a:spcAft>
                <a:spcPts val="0"/>
              </a:spcAft>
              <a:buClr>
                <a:schemeClr val="accent3"/>
              </a:buClr>
              <a:buSzPts val="3000"/>
              <a:buFont typeface="Urbanist"/>
              <a:buNone/>
              <a:defRPr>
                <a:solidFill>
                  <a:schemeClr val="accent3"/>
                </a:solidFill>
              </a:defRPr>
            </a:lvl2pPr>
            <a:lvl3pPr lvl="2">
              <a:spcBef>
                <a:spcPts val="0"/>
              </a:spcBef>
              <a:spcAft>
                <a:spcPts val="0"/>
              </a:spcAft>
              <a:buClr>
                <a:schemeClr val="accent3"/>
              </a:buClr>
              <a:buSzPts val="3000"/>
              <a:buFont typeface="Urbanist"/>
              <a:buNone/>
              <a:defRPr>
                <a:solidFill>
                  <a:schemeClr val="accent3"/>
                </a:solidFill>
              </a:defRPr>
            </a:lvl3pPr>
            <a:lvl4pPr lvl="3">
              <a:spcBef>
                <a:spcPts val="0"/>
              </a:spcBef>
              <a:spcAft>
                <a:spcPts val="0"/>
              </a:spcAft>
              <a:buClr>
                <a:schemeClr val="accent3"/>
              </a:buClr>
              <a:buSzPts val="3000"/>
              <a:buFont typeface="Urbanist"/>
              <a:buNone/>
              <a:defRPr>
                <a:solidFill>
                  <a:schemeClr val="accent3"/>
                </a:solidFill>
              </a:defRPr>
            </a:lvl4pPr>
            <a:lvl5pPr lvl="4">
              <a:spcBef>
                <a:spcPts val="0"/>
              </a:spcBef>
              <a:spcAft>
                <a:spcPts val="0"/>
              </a:spcAft>
              <a:buClr>
                <a:schemeClr val="accent3"/>
              </a:buClr>
              <a:buSzPts val="3000"/>
              <a:buFont typeface="Urbanist"/>
              <a:buNone/>
              <a:defRPr>
                <a:solidFill>
                  <a:schemeClr val="accent3"/>
                </a:solidFill>
              </a:defRPr>
            </a:lvl5pPr>
            <a:lvl6pPr lvl="5">
              <a:spcBef>
                <a:spcPts val="0"/>
              </a:spcBef>
              <a:spcAft>
                <a:spcPts val="0"/>
              </a:spcAft>
              <a:buClr>
                <a:schemeClr val="accent3"/>
              </a:buClr>
              <a:buSzPts val="3000"/>
              <a:buFont typeface="Urbanist"/>
              <a:buNone/>
              <a:defRPr>
                <a:solidFill>
                  <a:schemeClr val="accent3"/>
                </a:solidFill>
              </a:defRPr>
            </a:lvl6pPr>
            <a:lvl7pPr lvl="6">
              <a:spcBef>
                <a:spcPts val="0"/>
              </a:spcBef>
              <a:spcAft>
                <a:spcPts val="0"/>
              </a:spcAft>
              <a:buClr>
                <a:schemeClr val="accent3"/>
              </a:buClr>
              <a:buSzPts val="3000"/>
              <a:buFont typeface="Urbanist"/>
              <a:buNone/>
              <a:defRPr>
                <a:solidFill>
                  <a:schemeClr val="accent3"/>
                </a:solidFill>
              </a:defRPr>
            </a:lvl7pPr>
            <a:lvl8pPr lvl="7">
              <a:spcBef>
                <a:spcPts val="0"/>
              </a:spcBef>
              <a:spcAft>
                <a:spcPts val="0"/>
              </a:spcAft>
              <a:buClr>
                <a:schemeClr val="accent3"/>
              </a:buClr>
              <a:buSzPts val="3000"/>
              <a:buFont typeface="Urbanist"/>
              <a:buNone/>
              <a:defRPr>
                <a:solidFill>
                  <a:schemeClr val="accent3"/>
                </a:solidFill>
              </a:defRPr>
            </a:lvl8pPr>
            <a:lvl9pPr lvl="8">
              <a:spcBef>
                <a:spcPts val="0"/>
              </a:spcBef>
              <a:spcAft>
                <a:spcPts val="0"/>
              </a:spcAft>
              <a:buClr>
                <a:schemeClr val="accent3"/>
              </a:buClr>
              <a:buSzPts val="3000"/>
              <a:buFont typeface="Urbanist"/>
              <a:buNone/>
              <a:defRPr>
                <a:solidFill>
                  <a:schemeClr val="accent3"/>
                </a:solidFill>
              </a:defRPr>
            </a:lvl9pPr>
          </a:lstStyle>
          <a:p/>
        </p:txBody>
      </p:sp>
      <p:sp>
        <p:nvSpPr>
          <p:cNvPr id="585" name="Google Shape;585;p61"/>
          <p:cNvSpPr txBox="1"/>
          <p:nvPr>
            <p:ph idx="8" type="subTitle"/>
          </p:nvPr>
        </p:nvSpPr>
        <p:spPr>
          <a:xfrm>
            <a:off x="2543875" y="2161825"/>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3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586" name="Google Shape;586;p61"/>
          <p:cNvSpPr txBox="1"/>
          <p:nvPr>
            <p:ph idx="9" type="body"/>
          </p:nvPr>
        </p:nvSpPr>
        <p:spPr>
          <a:xfrm>
            <a:off x="2543875" y="2465025"/>
            <a:ext cx="1826700" cy="477900"/>
          </a:xfrm>
          <a:prstGeom prst="rect">
            <a:avLst/>
          </a:prstGeom>
        </p:spPr>
        <p:txBody>
          <a:bodyPr anchorCtr="0" anchor="t" bIns="91425" lIns="0" spcFirstLastPara="1" rIns="91425" wrap="square" tIns="0">
            <a:noAutofit/>
          </a:bodyPr>
          <a:lstStyle>
            <a:lvl1pPr indent="-279400" lvl="0" marL="457200">
              <a:spcBef>
                <a:spcPts val="0"/>
              </a:spcBef>
              <a:spcAft>
                <a:spcPts val="0"/>
              </a:spcAft>
              <a:buClr>
                <a:schemeClr val="dk2"/>
              </a:buClr>
              <a:buSzPts val="800"/>
              <a:buFont typeface="Urbanist"/>
              <a:buChar char="●"/>
              <a:defRPr sz="800">
                <a:solidFill>
                  <a:schemeClr val="dk2"/>
                </a:solidFill>
              </a:defRPr>
            </a:lvl1pPr>
            <a:lvl2pPr indent="-279400" lvl="1" marL="914400">
              <a:spcBef>
                <a:spcPts val="0"/>
              </a:spcBef>
              <a:spcAft>
                <a:spcPts val="0"/>
              </a:spcAft>
              <a:buClr>
                <a:schemeClr val="dk2"/>
              </a:buClr>
              <a:buSzPts val="800"/>
              <a:buFont typeface="Urbanist"/>
              <a:buChar char="○"/>
              <a:defRPr sz="800">
                <a:solidFill>
                  <a:schemeClr val="dk2"/>
                </a:solidFill>
              </a:defRPr>
            </a:lvl2pPr>
            <a:lvl3pPr indent="-279400" lvl="2" marL="1371600">
              <a:spcBef>
                <a:spcPts val="0"/>
              </a:spcBef>
              <a:spcAft>
                <a:spcPts val="0"/>
              </a:spcAft>
              <a:buClr>
                <a:schemeClr val="dk2"/>
              </a:buClr>
              <a:buSzPts val="800"/>
              <a:buFont typeface="Urbanist"/>
              <a:buChar char="■"/>
              <a:defRPr sz="800">
                <a:solidFill>
                  <a:schemeClr val="dk2"/>
                </a:solidFill>
              </a:defRPr>
            </a:lvl3pPr>
            <a:lvl4pPr indent="-279400" lvl="3" marL="1828800">
              <a:spcBef>
                <a:spcPts val="0"/>
              </a:spcBef>
              <a:spcAft>
                <a:spcPts val="0"/>
              </a:spcAft>
              <a:buClr>
                <a:schemeClr val="dk2"/>
              </a:buClr>
              <a:buSzPts val="800"/>
              <a:buFont typeface="Urbanist"/>
              <a:buChar char="●"/>
              <a:defRPr sz="800">
                <a:solidFill>
                  <a:schemeClr val="dk2"/>
                </a:solidFill>
              </a:defRPr>
            </a:lvl4pPr>
            <a:lvl5pPr indent="-279400" lvl="4" marL="2286000">
              <a:spcBef>
                <a:spcPts val="0"/>
              </a:spcBef>
              <a:spcAft>
                <a:spcPts val="0"/>
              </a:spcAft>
              <a:buClr>
                <a:schemeClr val="dk2"/>
              </a:buClr>
              <a:buSzPts val="800"/>
              <a:buFont typeface="Urbanist"/>
              <a:buChar char="○"/>
              <a:defRPr sz="800">
                <a:solidFill>
                  <a:schemeClr val="dk2"/>
                </a:solidFill>
              </a:defRPr>
            </a:lvl5pPr>
            <a:lvl6pPr indent="-279400" lvl="5" marL="2743200">
              <a:spcBef>
                <a:spcPts val="0"/>
              </a:spcBef>
              <a:spcAft>
                <a:spcPts val="0"/>
              </a:spcAft>
              <a:buClr>
                <a:schemeClr val="dk2"/>
              </a:buClr>
              <a:buSzPts val="800"/>
              <a:buFont typeface="Urbanist"/>
              <a:buChar char="■"/>
              <a:defRPr sz="800">
                <a:solidFill>
                  <a:schemeClr val="dk2"/>
                </a:solidFill>
              </a:defRPr>
            </a:lvl6pPr>
            <a:lvl7pPr indent="-279400" lvl="6" marL="3200400">
              <a:spcBef>
                <a:spcPts val="0"/>
              </a:spcBef>
              <a:spcAft>
                <a:spcPts val="0"/>
              </a:spcAft>
              <a:buClr>
                <a:schemeClr val="dk2"/>
              </a:buClr>
              <a:buSzPts val="800"/>
              <a:buFont typeface="Urbanist"/>
              <a:buChar char="●"/>
              <a:defRPr sz="800">
                <a:solidFill>
                  <a:schemeClr val="dk2"/>
                </a:solidFill>
              </a:defRPr>
            </a:lvl7pPr>
            <a:lvl8pPr indent="-279400" lvl="7" marL="3657600">
              <a:spcBef>
                <a:spcPts val="0"/>
              </a:spcBef>
              <a:spcAft>
                <a:spcPts val="0"/>
              </a:spcAft>
              <a:buClr>
                <a:schemeClr val="dk2"/>
              </a:buClr>
              <a:buSzPts val="800"/>
              <a:buFont typeface="Urbanist"/>
              <a:buChar char="○"/>
              <a:defRPr sz="800">
                <a:solidFill>
                  <a:schemeClr val="dk2"/>
                </a:solidFill>
              </a:defRPr>
            </a:lvl8pPr>
            <a:lvl9pPr indent="-279400" lvl="8" marL="4114800">
              <a:spcBef>
                <a:spcPts val="0"/>
              </a:spcBef>
              <a:spcAft>
                <a:spcPts val="0"/>
              </a:spcAft>
              <a:buClr>
                <a:schemeClr val="dk2"/>
              </a:buClr>
              <a:buSzPts val="800"/>
              <a:buFont typeface="Urbanist"/>
              <a:buChar char="■"/>
              <a:defRPr sz="800">
                <a:solidFill>
                  <a:schemeClr val="dk2"/>
                </a:solidFill>
              </a:defRPr>
            </a:lvl9pPr>
          </a:lstStyle>
          <a:p/>
        </p:txBody>
      </p:sp>
      <p:sp>
        <p:nvSpPr>
          <p:cNvPr id="587" name="Google Shape;587;p61"/>
          <p:cNvSpPr txBox="1"/>
          <p:nvPr>
            <p:ph idx="13" type="title"/>
          </p:nvPr>
        </p:nvSpPr>
        <p:spPr>
          <a:xfrm>
            <a:off x="4745500" y="1775475"/>
            <a:ext cx="1862100" cy="293100"/>
          </a:xfrm>
          <a:prstGeom prst="rect">
            <a:avLst/>
          </a:prstGeom>
        </p:spPr>
        <p:txBody>
          <a:bodyPr anchorCtr="0" anchor="b" bIns="91425" lIns="0" spcFirstLastPara="1" rIns="91425" wrap="square" tIns="0">
            <a:noAutofit/>
          </a:bodyPr>
          <a:lstStyle>
            <a:lvl1pPr lvl="0">
              <a:lnSpc>
                <a:spcPct val="90000"/>
              </a:lnSpc>
              <a:spcBef>
                <a:spcPts val="0"/>
              </a:spcBef>
              <a:spcAft>
                <a:spcPts val="0"/>
              </a:spcAft>
              <a:buClr>
                <a:schemeClr val="accent3"/>
              </a:buClr>
              <a:buSzPts val="3000"/>
              <a:buFont typeface="Urbanist"/>
              <a:buNone/>
              <a:defRPr sz="1800">
                <a:solidFill>
                  <a:schemeClr val="accent3"/>
                </a:solidFill>
              </a:defRPr>
            </a:lvl1pPr>
            <a:lvl2pPr lvl="1">
              <a:spcBef>
                <a:spcPts val="0"/>
              </a:spcBef>
              <a:spcAft>
                <a:spcPts val="0"/>
              </a:spcAft>
              <a:buClr>
                <a:schemeClr val="accent3"/>
              </a:buClr>
              <a:buSzPts val="3000"/>
              <a:buFont typeface="Urbanist"/>
              <a:buNone/>
              <a:defRPr>
                <a:solidFill>
                  <a:schemeClr val="accent3"/>
                </a:solidFill>
              </a:defRPr>
            </a:lvl2pPr>
            <a:lvl3pPr lvl="2">
              <a:spcBef>
                <a:spcPts val="0"/>
              </a:spcBef>
              <a:spcAft>
                <a:spcPts val="0"/>
              </a:spcAft>
              <a:buClr>
                <a:schemeClr val="accent3"/>
              </a:buClr>
              <a:buSzPts val="3000"/>
              <a:buFont typeface="Urbanist"/>
              <a:buNone/>
              <a:defRPr>
                <a:solidFill>
                  <a:schemeClr val="accent3"/>
                </a:solidFill>
              </a:defRPr>
            </a:lvl3pPr>
            <a:lvl4pPr lvl="3">
              <a:spcBef>
                <a:spcPts val="0"/>
              </a:spcBef>
              <a:spcAft>
                <a:spcPts val="0"/>
              </a:spcAft>
              <a:buClr>
                <a:schemeClr val="accent3"/>
              </a:buClr>
              <a:buSzPts val="3000"/>
              <a:buFont typeface="Urbanist"/>
              <a:buNone/>
              <a:defRPr>
                <a:solidFill>
                  <a:schemeClr val="accent3"/>
                </a:solidFill>
              </a:defRPr>
            </a:lvl4pPr>
            <a:lvl5pPr lvl="4">
              <a:spcBef>
                <a:spcPts val="0"/>
              </a:spcBef>
              <a:spcAft>
                <a:spcPts val="0"/>
              </a:spcAft>
              <a:buClr>
                <a:schemeClr val="accent3"/>
              </a:buClr>
              <a:buSzPts val="3000"/>
              <a:buFont typeface="Urbanist"/>
              <a:buNone/>
              <a:defRPr>
                <a:solidFill>
                  <a:schemeClr val="accent3"/>
                </a:solidFill>
              </a:defRPr>
            </a:lvl5pPr>
            <a:lvl6pPr lvl="5">
              <a:spcBef>
                <a:spcPts val="0"/>
              </a:spcBef>
              <a:spcAft>
                <a:spcPts val="0"/>
              </a:spcAft>
              <a:buClr>
                <a:schemeClr val="accent3"/>
              </a:buClr>
              <a:buSzPts val="3000"/>
              <a:buFont typeface="Urbanist"/>
              <a:buNone/>
              <a:defRPr>
                <a:solidFill>
                  <a:schemeClr val="accent3"/>
                </a:solidFill>
              </a:defRPr>
            </a:lvl6pPr>
            <a:lvl7pPr lvl="6">
              <a:spcBef>
                <a:spcPts val="0"/>
              </a:spcBef>
              <a:spcAft>
                <a:spcPts val="0"/>
              </a:spcAft>
              <a:buClr>
                <a:schemeClr val="accent3"/>
              </a:buClr>
              <a:buSzPts val="3000"/>
              <a:buFont typeface="Urbanist"/>
              <a:buNone/>
              <a:defRPr>
                <a:solidFill>
                  <a:schemeClr val="accent3"/>
                </a:solidFill>
              </a:defRPr>
            </a:lvl7pPr>
            <a:lvl8pPr lvl="7">
              <a:spcBef>
                <a:spcPts val="0"/>
              </a:spcBef>
              <a:spcAft>
                <a:spcPts val="0"/>
              </a:spcAft>
              <a:buClr>
                <a:schemeClr val="accent3"/>
              </a:buClr>
              <a:buSzPts val="3000"/>
              <a:buFont typeface="Urbanist"/>
              <a:buNone/>
              <a:defRPr>
                <a:solidFill>
                  <a:schemeClr val="accent3"/>
                </a:solidFill>
              </a:defRPr>
            </a:lvl8pPr>
            <a:lvl9pPr lvl="8">
              <a:spcBef>
                <a:spcPts val="0"/>
              </a:spcBef>
              <a:spcAft>
                <a:spcPts val="0"/>
              </a:spcAft>
              <a:buClr>
                <a:schemeClr val="accent3"/>
              </a:buClr>
              <a:buSzPts val="3000"/>
              <a:buFont typeface="Urbanist"/>
              <a:buNone/>
              <a:defRPr>
                <a:solidFill>
                  <a:schemeClr val="accent3"/>
                </a:solidFill>
              </a:defRPr>
            </a:lvl9pPr>
          </a:lstStyle>
          <a:p/>
        </p:txBody>
      </p:sp>
      <p:sp>
        <p:nvSpPr>
          <p:cNvPr id="588" name="Google Shape;588;p61"/>
          <p:cNvSpPr txBox="1"/>
          <p:nvPr>
            <p:ph idx="14" type="subTitle"/>
          </p:nvPr>
        </p:nvSpPr>
        <p:spPr>
          <a:xfrm>
            <a:off x="4745500" y="2161825"/>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3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589" name="Google Shape;589;p61"/>
          <p:cNvSpPr txBox="1"/>
          <p:nvPr>
            <p:ph idx="15" type="body"/>
          </p:nvPr>
        </p:nvSpPr>
        <p:spPr>
          <a:xfrm>
            <a:off x="4745400" y="2465025"/>
            <a:ext cx="1826700" cy="477900"/>
          </a:xfrm>
          <a:prstGeom prst="rect">
            <a:avLst/>
          </a:prstGeom>
        </p:spPr>
        <p:txBody>
          <a:bodyPr anchorCtr="0" anchor="t" bIns="91425" lIns="0" spcFirstLastPara="1" rIns="91425" wrap="square" tIns="0">
            <a:noAutofit/>
          </a:bodyPr>
          <a:lstStyle>
            <a:lvl1pPr indent="-279400" lvl="0" marL="457200">
              <a:spcBef>
                <a:spcPts val="0"/>
              </a:spcBef>
              <a:spcAft>
                <a:spcPts val="0"/>
              </a:spcAft>
              <a:buClr>
                <a:schemeClr val="dk2"/>
              </a:buClr>
              <a:buSzPts val="800"/>
              <a:buFont typeface="Urbanist"/>
              <a:buChar char="●"/>
              <a:defRPr sz="800">
                <a:solidFill>
                  <a:schemeClr val="dk2"/>
                </a:solidFill>
              </a:defRPr>
            </a:lvl1pPr>
            <a:lvl2pPr indent="-279400" lvl="1" marL="914400">
              <a:spcBef>
                <a:spcPts val="0"/>
              </a:spcBef>
              <a:spcAft>
                <a:spcPts val="0"/>
              </a:spcAft>
              <a:buClr>
                <a:schemeClr val="dk2"/>
              </a:buClr>
              <a:buSzPts val="800"/>
              <a:buFont typeface="Urbanist"/>
              <a:buChar char="○"/>
              <a:defRPr sz="800">
                <a:solidFill>
                  <a:schemeClr val="dk2"/>
                </a:solidFill>
              </a:defRPr>
            </a:lvl2pPr>
            <a:lvl3pPr indent="-279400" lvl="2" marL="1371600">
              <a:spcBef>
                <a:spcPts val="0"/>
              </a:spcBef>
              <a:spcAft>
                <a:spcPts val="0"/>
              </a:spcAft>
              <a:buClr>
                <a:schemeClr val="dk2"/>
              </a:buClr>
              <a:buSzPts val="800"/>
              <a:buFont typeface="Urbanist"/>
              <a:buChar char="■"/>
              <a:defRPr sz="800">
                <a:solidFill>
                  <a:schemeClr val="dk2"/>
                </a:solidFill>
              </a:defRPr>
            </a:lvl3pPr>
            <a:lvl4pPr indent="-279400" lvl="3" marL="1828800">
              <a:spcBef>
                <a:spcPts val="0"/>
              </a:spcBef>
              <a:spcAft>
                <a:spcPts val="0"/>
              </a:spcAft>
              <a:buClr>
                <a:schemeClr val="dk2"/>
              </a:buClr>
              <a:buSzPts val="800"/>
              <a:buFont typeface="Urbanist"/>
              <a:buChar char="●"/>
              <a:defRPr sz="800">
                <a:solidFill>
                  <a:schemeClr val="dk2"/>
                </a:solidFill>
              </a:defRPr>
            </a:lvl4pPr>
            <a:lvl5pPr indent="-279400" lvl="4" marL="2286000">
              <a:spcBef>
                <a:spcPts val="0"/>
              </a:spcBef>
              <a:spcAft>
                <a:spcPts val="0"/>
              </a:spcAft>
              <a:buClr>
                <a:schemeClr val="dk2"/>
              </a:buClr>
              <a:buSzPts val="800"/>
              <a:buFont typeface="Urbanist"/>
              <a:buChar char="○"/>
              <a:defRPr sz="800">
                <a:solidFill>
                  <a:schemeClr val="dk2"/>
                </a:solidFill>
              </a:defRPr>
            </a:lvl5pPr>
            <a:lvl6pPr indent="-279400" lvl="5" marL="2743200">
              <a:spcBef>
                <a:spcPts val="0"/>
              </a:spcBef>
              <a:spcAft>
                <a:spcPts val="0"/>
              </a:spcAft>
              <a:buClr>
                <a:schemeClr val="dk2"/>
              </a:buClr>
              <a:buSzPts val="800"/>
              <a:buFont typeface="Urbanist"/>
              <a:buChar char="■"/>
              <a:defRPr sz="800">
                <a:solidFill>
                  <a:schemeClr val="dk2"/>
                </a:solidFill>
              </a:defRPr>
            </a:lvl6pPr>
            <a:lvl7pPr indent="-279400" lvl="6" marL="3200400">
              <a:spcBef>
                <a:spcPts val="0"/>
              </a:spcBef>
              <a:spcAft>
                <a:spcPts val="0"/>
              </a:spcAft>
              <a:buClr>
                <a:schemeClr val="dk2"/>
              </a:buClr>
              <a:buSzPts val="800"/>
              <a:buFont typeface="Urbanist"/>
              <a:buChar char="●"/>
              <a:defRPr sz="800">
                <a:solidFill>
                  <a:schemeClr val="dk2"/>
                </a:solidFill>
              </a:defRPr>
            </a:lvl7pPr>
            <a:lvl8pPr indent="-279400" lvl="7" marL="3657600">
              <a:spcBef>
                <a:spcPts val="0"/>
              </a:spcBef>
              <a:spcAft>
                <a:spcPts val="0"/>
              </a:spcAft>
              <a:buClr>
                <a:schemeClr val="dk2"/>
              </a:buClr>
              <a:buSzPts val="800"/>
              <a:buFont typeface="Urbanist"/>
              <a:buChar char="○"/>
              <a:defRPr sz="800">
                <a:solidFill>
                  <a:schemeClr val="dk2"/>
                </a:solidFill>
              </a:defRPr>
            </a:lvl8pPr>
            <a:lvl9pPr indent="-279400" lvl="8" marL="4114800">
              <a:spcBef>
                <a:spcPts val="0"/>
              </a:spcBef>
              <a:spcAft>
                <a:spcPts val="0"/>
              </a:spcAft>
              <a:buClr>
                <a:schemeClr val="dk2"/>
              </a:buClr>
              <a:buSzPts val="800"/>
              <a:buFont typeface="Urbanist"/>
              <a:buChar char="■"/>
              <a:defRPr sz="800">
                <a:solidFill>
                  <a:schemeClr val="dk2"/>
                </a:solidFill>
              </a:defRPr>
            </a:lvl9pPr>
          </a:lstStyle>
          <a:p/>
        </p:txBody>
      </p:sp>
      <p:sp>
        <p:nvSpPr>
          <p:cNvPr id="590" name="Google Shape;590;p61"/>
          <p:cNvSpPr txBox="1"/>
          <p:nvPr>
            <p:ph idx="16" type="title"/>
          </p:nvPr>
        </p:nvSpPr>
        <p:spPr>
          <a:xfrm>
            <a:off x="6942300" y="1775475"/>
            <a:ext cx="1862100" cy="293100"/>
          </a:xfrm>
          <a:prstGeom prst="rect">
            <a:avLst/>
          </a:prstGeom>
        </p:spPr>
        <p:txBody>
          <a:bodyPr anchorCtr="0" anchor="b" bIns="91425" lIns="0" spcFirstLastPara="1" rIns="91425" wrap="square" tIns="0">
            <a:noAutofit/>
          </a:bodyPr>
          <a:lstStyle>
            <a:lvl1pPr lvl="0">
              <a:lnSpc>
                <a:spcPct val="90000"/>
              </a:lnSpc>
              <a:spcBef>
                <a:spcPts val="0"/>
              </a:spcBef>
              <a:spcAft>
                <a:spcPts val="0"/>
              </a:spcAft>
              <a:buClr>
                <a:schemeClr val="accent3"/>
              </a:buClr>
              <a:buSzPts val="3000"/>
              <a:buFont typeface="Urbanist"/>
              <a:buNone/>
              <a:defRPr sz="1800">
                <a:solidFill>
                  <a:schemeClr val="accent3"/>
                </a:solidFill>
              </a:defRPr>
            </a:lvl1pPr>
            <a:lvl2pPr lvl="1">
              <a:spcBef>
                <a:spcPts val="0"/>
              </a:spcBef>
              <a:spcAft>
                <a:spcPts val="0"/>
              </a:spcAft>
              <a:buClr>
                <a:schemeClr val="accent3"/>
              </a:buClr>
              <a:buSzPts val="3000"/>
              <a:buFont typeface="Urbanist"/>
              <a:buNone/>
              <a:defRPr>
                <a:solidFill>
                  <a:schemeClr val="accent3"/>
                </a:solidFill>
              </a:defRPr>
            </a:lvl2pPr>
            <a:lvl3pPr lvl="2">
              <a:spcBef>
                <a:spcPts val="0"/>
              </a:spcBef>
              <a:spcAft>
                <a:spcPts val="0"/>
              </a:spcAft>
              <a:buClr>
                <a:schemeClr val="accent3"/>
              </a:buClr>
              <a:buSzPts val="3000"/>
              <a:buFont typeface="Urbanist"/>
              <a:buNone/>
              <a:defRPr>
                <a:solidFill>
                  <a:schemeClr val="accent3"/>
                </a:solidFill>
              </a:defRPr>
            </a:lvl3pPr>
            <a:lvl4pPr lvl="3">
              <a:spcBef>
                <a:spcPts val="0"/>
              </a:spcBef>
              <a:spcAft>
                <a:spcPts val="0"/>
              </a:spcAft>
              <a:buClr>
                <a:schemeClr val="accent3"/>
              </a:buClr>
              <a:buSzPts val="3000"/>
              <a:buFont typeface="Urbanist"/>
              <a:buNone/>
              <a:defRPr>
                <a:solidFill>
                  <a:schemeClr val="accent3"/>
                </a:solidFill>
              </a:defRPr>
            </a:lvl4pPr>
            <a:lvl5pPr lvl="4">
              <a:spcBef>
                <a:spcPts val="0"/>
              </a:spcBef>
              <a:spcAft>
                <a:spcPts val="0"/>
              </a:spcAft>
              <a:buClr>
                <a:schemeClr val="accent3"/>
              </a:buClr>
              <a:buSzPts val="3000"/>
              <a:buFont typeface="Urbanist"/>
              <a:buNone/>
              <a:defRPr>
                <a:solidFill>
                  <a:schemeClr val="accent3"/>
                </a:solidFill>
              </a:defRPr>
            </a:lvl5pPr>
            <a:lvl6pPr lvl="5">
              <a:spcBef>
                <a:spcPts val="0"/>
              </a:spcBef>
              <a:spcAft>
                <a:spcPts val="0"/>
              </a:spcAft>
              <a:buClr>
                <a:schemeClr val="accent3"/>
              </a:buClr>
              <a:buSzPts val="3000"/>
              <a:buFont typeface="Urbanist"/>
              <a:buNone/>
              <a:defRPr>
                <a:solidFill>
                  <a:schemeClr val="accent3"/>
                </a:solidFill>
              </a:defRPr>
            </a:lvl6pPr>
            <a:lvl7pPr lvl="6">
              <a:spcBef>
                <a:spcPts val="0"/>
              </a:spcBef>
              <a:spcAft>
                <a:spcPts val="0"/>
              </a:spcAft>
              <a:buClr>
                <a:schemeClr val="accent3"/>
              </a:buClr>
              <a:buSzPts val="3000"/>
              <a:buFont typeface="Urbanist"/>
              <a:buNone/>
              <a:defRPr>
                <a:solidFill>
                  <a:schemeClr val="accent3"/>
                </a:solidFill>
              </a:defRPr>
            </a:lvl7pPr>
            <a:lvl8pPr lvl="7">
              <a:spcBef>
                <a:spcPts val="0"/>
              </a:spcBef>
              <a:spcAft>
                <a:spcPts val="0"/>
              </a:spcAft>
              <a:buClr>
                <a:schemeClr val="accent3"/>
              </a:buClr>
              <a:buSzPts val="3000"/>
              <a:buFont typeface="Urbanist"/>
              <a:buNone/>
              <a:defRPr>
                <a:solidFill>
                  <a:schemeClr val="accent3"/>
                </a:solidFill>
              </a:defRPr>
            </a:lvl8pPr>
            <a:lvl9pPr lvl="8">
              <a:spcBef>
                <a:spcPts val="0"/>
              </a:spcBef>
              <a:spcAft>
                <a:spcPts val="0"/>
              </a:spcAft>
              <a:buClr>
                <a:schemeClr val="accent3"/>
              </a:buClr>
              <a:buSzPts val="3000"/>
              <a:buFont typeface="Urbanist"/>
              <a:buNone/>
              <a:defRPr>
                <a:solidFill>
                  <a:schemeClr val="accent3"/>
                </a:solidFill>
              </a:defRPr>
            </a:lvl9pPr>
          </a:lstStyle>
          <a:p/>
        </p:txBody>
      </p:sp>
      <p:sp>
        <p:nvSpPr>
          <p:cNvPr id="591" name="Google Shape;591;p61"/>
          <p:cNvSpPr txBox="1"/>
          <p:nvPr>
            <p:ph idx="17" type="subTitle"/>
          </p:nvPr>
        </p:nvSpPr>
        <p:spPr>
          <a:xfrm>
            <a:off x="6942300" y="2161825"/>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3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592" name="Google Shape;592;p61"/>
          <p:cNvSpPr txBox="1"/>
          <p:nvPr>
            <p:ph idx="18" type="body"/>
          </p:nvPr>
        </p:nvSpPr>
        <p:spPr>
          <a:xfrm>
            <a:off x="6942300" y="2465025"/>
            <a:ext cx="1791600" cy="477900"/>
          </a:xfrm>
          <a:prstGeom prst="rect">
            <a:avLst/>
          </a:prstGeom>
        </p:spPr>
        <p:txBody>
          <a:bodyPr anchorCtr="0" anchor="t" bIns="91425" lIns="0" spcFirstLastPara="1" rIns="91425" wrap="square" tIns="0">
            <a:noAutofit/>
          </a:bodyPr>
          <a:lstStyle>
            <a:lvl1pPr indent="-279400" lvl="0" marL="457200">
              <a:spcBef>
                <a:spcPts val="0"/>
              </a:spcBef>
              <a:spcAft>
                <a:spcPts val="0"/>
              </a:spcAft>
              <a:buClr>
                <a:schemeClr val="dk2"/>
              </a:buClr>
              <a:buSzPts val="800"/>
              <a:buFont typeface="Urbanist"/>
              <a:buChar char="●"/>
              <a:defRPr sz="800">
                <a:solidFill>
                  <a:schemeClr val="dk2"/>
                </a:solidFill>
              </a:defRPr>
            </a:lvl1pPr>
            <a:lvl2pPr indent="-279400" lvl="1" marL="914400">
              <a:spcBef>
                <a:spcPts val="0"/>
              </a:spcBef>
              <a:spcAft>
                <a:spcPts val="0"/>
              </a:spcAft>
              <a:buClr>
                <a:schemeClr val="dk2"/>
              </a:buClr>
              <a:buSzPts val="800"/>
              <a:buFont typeface="Urbanist"/>
              <a:buChar char="○"/>
              <a:defRPr sz="800">
                <a:solidFill>
                  <a:schemeClr val="dk2"/>
                </a:solidFill>
              </a:defRPr>
            </a:lvl2pPr>
            <a:lvl3pPr indent="-279400" lvl="2" marL="1371600">
              <a:spcBef>
                <a:spcPts val="0"/>
              </a:spcBef>
              <a:spcAft>
                <a:spcPts val="0"/>
              </a:spcAft>
              <a:buClr>
                <a:schemeClr val="dk2"/>
              </a:buClr>
              <a:buSzPts val="800"/>
              <a:buFont typeface="Urbanist"/>
              <a:buChar char="■"/>
              <a:defRPr sz="800">
                <a:solidFill>
                  <a:schemeClr val="dk2"/>
                </a:solidFill>
              </a:defRPr>
            </a:lvl3pPr>
            <a:lvl4pPr indent="-279400" lvl="3" marL="1828800">
              <a:spcBef>
                <a:spcPts val="0"/>
              </a:spcBef>
              <a:spcAft>
                <a:spcPts val="0"/>
              </a:spcAft>
              <a:buClr>
                <a:schemeClr val="dk2"/>
              </a:buClr>
              <a:buSzPts val="800"/>
              <a:buFont typeface="Urbanist"/>
              <a:buChar char="●"/>
              <a:defRPr sz="800">
                <a:solidFill>
                  <a:schemeClr val="dk2"/>
                </a:solidFill>
              </a:defRPr>
            </a:lvl4pPr>
            <a:lvl5pPr indent="-279400" lvl="4" marL="2286000">
              <a:spcBef>
                <a:spcPts val="0"/>
              </a:spcBef>
              <a:spcAft>
                <a:spcPts val="0"/>
              </a:spcAft>
              <a:buClr>
                <a:schemeClr val="dk2"/>
              </a:buClr>
              <a:buSzPts val="800"/>
              <a:buFont typeface="Urbanist"/>
              <a:buChar char="○"/>
              <a:defRPr sz="800">
                <a:solidFill>
                  <a:schemeClr val="dk2"/>
                </a:solidFill>
              </a:defRPr>
            </a:lvl5pPr>
            <a:lvl6pPr indent="-279400" lvl="5" marL="2743200">
              <a:spcBef>
                <a:spcPts val="0"/>
              </a:spcBef>
              <a:spcAft>
                <a:spcPts val="0"/>
              </a:spcAft>
              <a:buClr>
                <a:schemeClr val="dk2"/>
              </a:buClr>
              <a:buSzPts val="800"/>
              <a:buFont typeface="Urbanist"/>
              <a:buChar char="■"/>
              <a:defRPr sz="800">
                <a:solidFill>
                  <a:schemeClr val="dk2"/>
                </a:solidFill>
              </a:defRPr>
            </a:lvl6pPr>
            <a:lvl7pPr indent="-279400" lvl="6" marL="3200400">
              <a:spcBef>
                <a:spcPts val="0"/>
              </a:spcBef>
              <a:spcAft>
                <a:spcPts val="0"/>
              </a:spcAft>
              <a:buClr>
                <a:schemeClr val="dk2"/>
              </a:buClr>
              <a:buSzPts val="800"/>
              <a:buFont typeface="Urbanist"/>
              <a:buChar char="●"/>
              <a:defRPr sz="800">
                <a:solidFill>
                  <a:schemeClr val="dk2"/>
                </a:solidFill>
              </a:defRPr>
            </a:lvl7pPr>
            <a:lvl8pPr indent="-279400" lvl="7" marL="3657600">
              <a:spcBef>
                <a:spcPts val="0"/>
              </a:spcBef>
              <a:spcAft>
                <a:spcPts val="0"/>
              </a:spcAft>
              <a:buClr>
                <a:schemeClr val="dk2"/>
              </a:buClr>
              <a:buSzPts val="800"/>
              <a:buFont typeface="Urbanist"/>
              <a:buChar char="○"/>
              <a:defRPr sz="800">
                <a:solidFill>
                  <a:schemeClr val="dk2"/>
                </a:solidFill>
              </a:defRPr>
            </a:lvl8pPr>
            <a:lvl9pPr indent="-279400" lvl="8" marL="4114800">
              <a:spcBef>
                <a:spcPts val="0"/>
              </a:spcBef>
              <a:spcAft>
                <a:spcPts val="0"/>
              </a:spcAft>
              <a:buClr>
                <a:schemeClr val="dk2"/>
              </a:buClr>
              <a:buSzPts val="800"/>
              <a:buFont typeface="Urbanist"/>
              <a:buChar char="■"/>
              <a:defRPr sz="800">
                <a:solidFill>
                  <a:schemeClr val="dk2"/>
                </a:solidFill>
              </a:defRPr>
            </a:lvl9pPr>
          </a:lstStyle>
          <a:p/>
        </p:txBody>
      </p:sp>
      <p:sp>
        <p:nvSpPr>
          <p:cNvPr id="593" name="Google Shape;593;p61"/>
          <p:cNvSpPr txBox="1"/>
          <p:nvPr>
            <p:ph idx="19" type="title"/>
          </p:nvPr>
        </p:nvSpPr>
        <p:spPr>
          <a:xfrm>
            <a:off x="228600" y="613525"/>
            <a:ext cx="3904500" cy="8649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p:txBody>
      </p:sp>
      <p:sp>
        <p:nvSpPr>
          <p:cNvPr id="594" name="Google Shape;594;p61"/>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595" name="Google Shape;595;p61"/>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ers">
  <p:cSld name="CUSTOM">
    <p:spTree>
      <p:nvGrpSpPr>
        <p:cNvPr id="596" name="Shape 596"/>
        <p:cNvGrpSpPr/>
        <p:nvPr/>
      </p:nvGrpSpPr>
      <p:grpSpPr>
        <a:xfrm>
          <a:off x="0" y="0"/>
          <a:ext cx="0" cy="0"/>
          <a:chOff x="0" y="0"/>
          <a:chExt cx="0" cy="0"/>
        </a:xfrm>
      </p:grpSpPr>
      <p:sp>
        <p:nvSpPr>
          <p:cNvPr id="597" name="Google Shape;597;p62"/>
          <p:cNvSpPr txBox="1"/>
          <p:nvPr>
            <p:ph idx="1"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Urbanist Medium"/>
              <a:buNone/>
              <a:defRPr sz="1200">
                <a:latin typeface="Urbanist Medium"/>
                <a:ea typeface="Urbanist Medium"/>
                <a:cs typeface="Urbanist Medium"/>
                <a:sym typeface="Urbanist Medium"/>
              </a:defRPr>
            </a:lvl1pPr>
            <a:lvl2pPr lvl="1">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2pPr>
            <a:lvl3pPr lvl="2">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3pPr>
            <a:lvl4pPr lvl="3">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4pPr>
            <a:lvl5pPr lvl="4">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5pPr>
            <a:lvl6pPr lvl="5">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6pPr>
            <a:lvl7pPr lvl="6">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7pPr>
            <a:lvl8pPr lvl="7">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8pPr>
            <a:lvl9pPr lvl="8">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9pPr>
          </a:lstStyle>
          <a:p/>
        </p:txBody>
      </p:sp>
      <p:cxnSp>
        <p:nvCxnSpPr>
          <p:cNvPr id="598" name="Google Shape;598;p62"/>
          <p:cNvCxnSpPr/>
          <p:nvPr/>
        </p:nvCxnSpPr>
        <p:spPr>
          <a:xfrm>
            <a:off x="228450" y="2061025"/>
            <a:ext cx="8687100" cy="0"/>
          </a:xfrm>
          <a:prstGeom prst="straightConnector1">
            <a:avLst/>
          </a:prstGeom>
          <a:noFill/>
          <a:ln cap="flat" cmpd="sng" w="9525">
            <a:solidFill>
              <a:schemeClr val="lt2"/>
            </a:solidFill>
            <a:prstDash val="solid"/>
            <a:round/>
            <a:headEnd len="med" w="med" type="none"/>
            <a:tailEnd len="med" w="med" type="none"/>
          </a:ln>
        </p:spPr>
      </p:cxnSp>
      <p:sp>
        <p:nvSpPr>
          <p:cNvPr id="599" name="Google Shape;599;p62"/>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600" name="Google Shape;600;p62"/>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601" name="Google Shape;601;p62"/>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602" name="Google Shape;602;p62"/>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603" name="Google Shape;603;p62"/>
          <p:cNvSpPr txBox="1"/>
          <p:nvPr>
            <p:ph type="title"/>
          </p:nvPr>
        </p:nvSpPr>
        <p:spPr>
          <a:xfrm>
            <a:off x="228600" y="369300"/>
            <a:ext cx="64803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3400"/>
            </a:lvl1pPr>
            <a:lvl2pPr lvl="1">
              <a:lnSpc>
                <a:spcPct val="115000"/>
              </a:lnSpc>
              <a:spcBef>
                <a:spcPts val="0"/>
              </a:spcBef>
              <a:spcAft>
                <a:spcPts val="0"/>
              </a:spcAft>
              <a:buNone/>
              <a:defRPr sz="3400"/>
            </a:lvl2pPr>
            <a:lvl3pPr lvl="2">
              <a:lnSpc>
                <a:spcPct val="115000"/>
              </a:lnSpc>
              <a:spcBef>
                <a:spcPts val="0"/>
              </a:spcBef>
              <a:spcAft>
                <a:spcPts val="0"/>
              </a:spcAft>
              <a:buNone/>
              <a:defRPr sz="3400"/>
            </a:lvl3pPr>
            <a:lvl4pPr lvl="3">
              <a:lnSpc>
                <a:spcPct val="115000"/>
              </a:lnSpc>
              <a:spcBef>
                <a:spcPts val="0"/>
              </a:spcBef>
              <a:spcAft>
                <a:spcPts val="0"/>
              </a:spcAft>
              <a:buNone/>
              <a:defRPr sz="3400"/>
            </a:lvl4pPr>
            <a:lvl5pPr lvl="4">
              <a:lnSpc>
                <a:spcPct val="115000"/>
              </a:lnSpc>
              <a:spcBef>
                <a:spcPts val="0"/>
              </a:spcBef>
              <a:spcAft>
                <a:spcPts val="0"/>
              </a:spcAft>
              <a:buNone/>
              <a:defRPr sz="3400"/>
            </a:lvl5pPr>
            <a:lvl6pPr lvl="5">
              <a:lnSpc>
                <a:spcPct val="115000"/>
              </a:lnSpc>
              <a:spcBef>
                <a:spcPts val="0"/>
              </a:spcBef>
              <a:spcAft>
                <a:spcPts val="0"/>
              </a:spcAft>
              <a:buNone/>
              <a:defRPr sz="3400"/>
            </a:lvl6pPr>
            <a:lvl7pPr lvl="6">
              <a:lnSpc>
                <a:spcPct val="115000"/>
              </a:lnSpc>
              <a:spcBef>
                <a:spcPts val="0"/>
              </a:spcBef>
              <a:spcAft>
                <a:spcPts val="0"/>
              </a:spcAft>
              <a:buNone/>
              <a:defRPr sz="3400"/>
            </a:lvl7pPr>
            <a:lvl8pPr lvl="7">
              <a:lnSpc>
                <a:spcPct val="115000"/>
              </a:lnSpc>
              <a:spcBef>
                <a:spcPts val="0"/>
              </a:spcBef>
              <a:spcAft>
                <a:spcPts val="0"/>
              </a:spcAft>
              <a:buNone/>
              <a:defRPr sz="3400"/>
            </a:lvl8pPr>
            <a:lvl9pPr lvl="8">
              <a:lnSpc>
                <a:spcPct val="115000"/>
              </a:lnSpc>
              <a:spcBef>
                <a:spcPts val="0"/>
              </a:spcBef>
              <a:spcAft>
                <a:spcPts val="0"/>
              </a:spcAft>
              <a:buNone/>
              <a:defRPr sz="3400"/>
            </a:lvl9pPr>
          </a:lstStyle>
          <a:p/>
        </p:txBody>
      </p:sp>
      <p:sp>
        <p:nvSpPr>
          <p:cNvPr id="604" name="Google Shape;604;p62"/>
          <p:cNvSpPr/>
          <p:nvPr>
            <p:ph idx="5" type="pic"/>
          </p:nvPr>
        </p:nvSpPr>
        <p:spPr>
          <a:xfrm>
            <a:off x="3795900" y="2682425"/>
            <a:ext cx="1458300" cy="1458300"/>
          </a:xfrm>
          <a:prstGeom prst="ellipse">
            <a:avLst/>
          </a:prstGeom>
          <a:noFill/>
          <a:ln cap="flat" cmpd="sng" w="9525">
            <a:solidFill>
              <a:schemeClr val="accent3"/>
            </a:solidFill>
            <a:prstDash val="solid"/>
            <a:round/>
            <a:headEnd len="sm" w="sm" type="none"/>
            <a:tailEnd len="sm" w="sm" type="none"/>
          </a:ln>
        </p:spPr>
      </p:sp>
      <p:sp>
        <p:nvSpPr>
          <p:cNvPr id="605" name="Google Shape;605;p62"/>
          <p:cNvSpPr txBox="1"/>
          <p:nvPr>
            <p:ph idx="6" type="body"/>
          </p:nvPr>
        </p:nvSpPr>
        <p:spPr>
          <a:xfrm>
            <a:off x="5871500" y="2468775"/>
            <a:ext cx="2864700" cy="676500"/>
          </a:xfrm>
          <a:prstGeom prst="rect">
            <a:avLst/>
          </a:prstGeom>
        </p:spPr>
        <p:txBody>
          <a:bodyPr anchorCtr="0" anchor="t" bIns="91425" lIns="0" spcFirstLastPara="1" rIns="91425" wrap="square" tIns="0">
            <a:noAutofit/>
          </a:bodyPr>
          <a:lstStyle>
            <a:lvl1pPr indent="-292100" lvl="0" marL="457200">
              <a:spcBef>
                <a:spcPts val="0"/>
              </a:spcBef>
              <a:spcAft>
                <a:spcPts val="0"/>
              </a:spcAft>
              <a:buClr>
                <a:schemeClr val="dk2"/>
              </a:buClr>
              <a:buSzPts val="1000"/>
              <a:buFont typeface="Urbanist"/>
              <a:buChar char="●"/>
              <a:defRPr sz="1000">
                <a:solidFill>
                  <a:schemeClr val="dk2"/>
                </a:solidFill>
              </a:defRPr>
            </a:lvl1pPr>
            <a:lvl2pPr indent="-292100" lvl="1" marL="914400">
              <a:spcBef>
                <a:spcPts val="0"/>
              </a:spcBef>
              <a:spcAft>
                <a:spcPts val="0"/>
              </a:spcAft>
              <a:buClr>
                <a:schemeClr val="dk2"/>
              </a:buClr>
              <a:buSzPts val="1000"/>
              <a:buFont typeface="Urbanist"/>
              <a:buChar char="○"/>
              <a:defRPr sz="1000">
                <a:solidFill>
                  <a:schemeClr val="dk2"/>
                </a:solidFill>
              </a:defRPr>
            </a:lvl2pPr>
            <a:lvl3pPr indent="-292100" lvl="2" marL="1371600">
              <a:spcBef>
                <a:spcPts val="0"/>
              </a:spcBef>
              <a:spcAft>
                <a:spcPts val="0"/>
              </a:spcAft>
              <a:buClr>
                <a:schemeClr val="dk2"/>
              </a:buClr>
              <a:buSzPts val="1000"/>
              <a:buFont typeface="Urbanist"/>
              <a:buChar char="■"/>
              <a:defRPr sz="1000">
                <a:solidFill>
                  <a:schemeClr val="dk2"/>
                </a:solidFill>
              </a:defRPr>
            </a:lvl3pPr>
            <a:lvl4pPr indent="-292100" lvl="3" marL="1828800">
              <a:spcBef>
                <a:spcPts val="0"/>
              </a:spcBef>
              <a:spcAft>
                <a:spcPts val="0"/>
              </a:spcAft>
              <a:buClr>
                <a:schemeClr val="dk2"/>
              </a:buClr>
              <a:buSzPts val="1000"/>
              <a:buFont typeface="Urbanist"/>
              <a:buChar char="●"/>
              <a:defRPr sz="1000">
                <a:solidFill>
                  <a:schemeClr val="dk2"/>
                </a:solidFill>
              </a:defRPr>
            </a:lvl4pPr>
            <a:lvl5pPr indent="-292100" lvl="4" marL="2286000">
              <a:spcBef>
                <a:spcPts val="0"/>
              </a:spcBef>
              <a:spcAft>
                <a:spcPts val="0"/>
              </a:spcAft>
              <a:buClr>
                <a:schemeClr val="dk2"/>
              </a:buClr>
              <a:buSzPts val="1000"/>
              <a:buFont typeface="Urbanist"/>
              <a:buChar char="○"/>
              <a:defRPr sz="1000">
                <a:solidFill>
                  <a:schemeClr val="dk2"/>
                </a:solidFill>
              </a:defRPr>
            </a:lvl5pPr>
            <a:lvl6pPr indent="-292100" lvl="5" marL="2743200">
              <a:spcBef>
                <a:spcPts val="0"/>
              </a:spcBef>
              <a:spcAft>
                <a:spcPts val="0"/>
              </a:spcAft>
              <a:buClr>
                <a:schemeClr val="dk2"/>
              </a:buClr>
              <a:buSzPts val="1000"/>
              <a:buFont typeface="Urbanist"/>
              <a:buChar char="■"/>
              <a:defRPr sz="1000">
                <a:solidFill>
                  <a:schemeClr val="dk2"/>
                </a:solidFill>
              </a:defRPr>
            </a:lvl6pPr>
            <a:lvl7pPr indent="-292100" lvl="6" marL="3200400">
              <a:spcBef>
                <a:spcPts val="0"/>
              </a:spcBef>
              <a:spcAft>
                <a:spcPts val="0"/>
              </a:spcAft>
              <a:buClr>
                <a:schemeClr val="dk2"/>
              </a:buClr>
              <a:buSzPts val="1000"/>
              <a:buFont typeface="Urbanist"/>
              <a:buChar char="●"/>
              <a:defRPr sz="1000">
                <a:solidFill>
                  <a:schemeClr val="dk2"/>
                </a:solidFill>
              </a:defRPr>
            </a:lvl7pPr>
            <a:lvl8pPr indent="-292100" lvl="7" marL="3657600">
              <a:spcBef>
                <a:spcPts val="0"/>
              </a:spcBef>
              <a:spcAft>
                <a:spcPts val="0"/>
              </a:spcAft>
              <a:buClr>
                <a:schemeClr val="dk2"/>
              </a:buClr>
              <a:buSzPts val="1000"/>
              <a:buFont typeface="Urbanist"/>
              <a:buChar char="○"/>
              <a:defRPr sz="1000">
                <a:solidFill>
                  <a:schemeClr val="dk2"/>
                </a:solidFill>
              </a:defRPr>
            </a:lvl8pPr>
            <a:lvl9pPr indent="-292100" lvl="8" marL="4114800">
              <a:spcBef>
                <a:spcPts val="0"/>
              </a:spcBef>
              <a:spcAft>
                <a:spcPts val="0"/>
              </a:spcAft>
              <a:buClr>
                <a:schemeClr val="dk2"/>
              </a:buClr>
              <a:buSzPts val="1000"/>
              <a:buFont typeface="Urbanist"/>
              <a:buChar char="■"/>
              <a:defRPr sz="1000">
                <a:solidFill>
                  <a:schemeClr val="dk2"/>
                </a:solidFill>
              </a:defRPr>
            </a:lvl9pPr>
          </a:lstStyle>
          <a:p/>
        </p:txBody>
      </p:sp>
      <p:sp>
        <p:nvSpPr>
          <p:cNvPr id="606" name="Google Shape;606;p62"/>
          <p:cNvSpPr txBox="1"/>
          <p:nvPr>
            <p:ph idx="7" type="body"/>
          </p:nvPr>
        </p:nvSpPr>
        <p:spPr>
          <a:xfrm>
            <a:off x="5871500" y="3553025"/>
            <a:ext cx="2864700" cy="696000"/>
          </a:xfrm>
          <a:prstGeom prst="rect">
            <a:avLst/>
          </a:prstGeom>
        </p:spPr>
        <p:txBody>
          <a:bodyPr anchorCtr="0" anchor="t" bIns="91425" lIns="0" spcFirstLastPara="1" rIns="91425" wrap="square" tIns="0">
            <a:spAutoFit/>
          </a:bodyPr>
          <a:lstStyle>
            <a:lvl1pPr indent="-304800" lvl="0" marL="457200">
              <a:lnSpc>
                <a:spcPct val="100000"/>
              </a:lnSpc>
              <a:spcBef>
                <a:spcPts val="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1pPr>
            <a:lvl2pPr indent="-304800" lvl="1" marL="9144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2pPr>
            <a:lvl3pPr indent="-304800" lvl="2" marL="13716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3pPr>
            <a:lvl4pPr indent="-304800" lvl="3" marL="18288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4pPr>
            <a:lvl5pPr indent="-304800" lvl="4" marL="22860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5pPr>
            <a:lvl6pPr indent="-304800" lvl="5" marL="27432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6pPr>
            <a:lvl7pPr indent="-304800" lvl="6" marL="32004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7pPr>
            <a:lvl8pPr indent="-304800" lvl="7" marL="36576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8pPr>
            <a:lvl9pPr indent="-304800" lvl="8" marL="4114800">
              <a:lnSpc>
                <a:spcPct val="100000"/>
              </a:lnSpc>
              <a:spcBef>
                <a:spcPts val="800"/>
              </a:spcBef>
              <a:spcAft>
                <a:spcPts val="80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9pPr>
          </a:lstStyle>
          <a:p/>
        </p:txBody>
      </p:sp>
      <p:sp>
        <p:nvSpPr>
          <p:cNvPr id="607" name="Google Shape;607;p62"/>
          <p:cNvSpPr txBox="1"/>
          <p:nvPr>
            <p:ph idx="8" type="subTitle"/>
          </p:nvPr>
        </p:nvSpPr>
        <p:spPr>
          <a:xfrm>
            <a:off x="238800" y="2720113"/>
            <a:ext cx="2824500" cy="14583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2pPr>
            <a:lvl3pPr lvl="2">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3pPr>
            <a:lvl4pPr lvl="3">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4pPr>
            <a:lvl5pPr lvl="4">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5pPr>
            <a:lvl6pPr lvl="5">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6pPr>
            <a:lvl7pPr lvl="6">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7pPr>
            <a:lvl8pPr lvl="7">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8pPr>
            <a:lvl9pPr lvl="8">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9pPr>
          </a:lstStyle>
          <a:p/>
        </p:txBody>
      </p:sp>
      <p:sp>
        <p:nvSpPr>
          <p:cNvPr id="608" name="Google Shape;608;p62"/>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609" name="Google Shape;609;p62"/>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phics">
  <p:cSld name="CUSTOM_2">
    <p:spTree>
      <p:nvGrpSpPr>
        <p:cNvPr id="610" name="Shape 610"/>
        <p:cNvGrpSpPr/>
        <p:nvPr/>
      </p:nvGrpSpPr>
      <p:grpSpPr>
        <a:xfrm>
          <a:off x="0" y="0"/>
          <a:ext cx="0" cy="0"/>
          <a:chOff x="0" y="0"/>
          <a:chExt cx="0" cy="0"/>
        </a:xfrm>
      </p:grpSpPr>
      <p:sp>
        <p:nvSpPr>
          <p:cNvPr id="611" name="Google Shape;611;p63"/>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612" name="Google Shape;612;p63"/>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613" name="Google Shape;613;p63"/>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614" name="Google Shape;614;p63"/>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615" name="Google Shape;615;p63"/>
          <p:cNvSpPr/>
          <p:nvPr/>
        </p:nvSpPr>
        <p:spPr>
          <a:xfrm>
            <a:off x="228600" y="1395962"/>
            <a:ext cx="2101200" cy="3054000"/>
          </a:xfrm>
          <a:prstGeom prst="roundRect">
            <a:avLst>
              <a:gd fmla="val 9631"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616" name="Google Shape;616;p63"/>
          <p:cNvSpPr/>
          <p:nvPr/>
        </p:nvSpPr>
        <p:spPr>
          <a:xfrm>
            <a:off x="2423700" y="1395962"/>
            <a:ext cx="3198600" cy="3054000"/>
          </a:xfrm>
          <a:prstGeom prst="roundRect">
            <a:avLst>
              <a:gd fmla="val 674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617" name="Google Shape;617;p63"/>
          <p:cNvSpPr/>
          <p:nvPr/>
        </p:nvSpPr>
        <p:spPr>
          <a:xfrm>
            <a:off x="5716850" y="1395962"/>
            <a:ext cx="3198600" cy="1758300"/>
          </a:xfrm>
          <a:prstGeom prst="roundRect">
            <a:avLst>
              <a:gd fmla="val 9631"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618" name="Google Shape;618;p63"/>
          <p:cNvSpPr/>
          <p:nvPr/>
        </p:nvSpPr>
        <p:spPr>
          <a:xfrm>
            <a:off x="5716200" y="3231390"/>
            <a:ext cx="3198600" cy="1217400"/>
          </a:xfrm>
          <a:prstGeom prst="roundRect">
            <a:avLst>
              <a:gd fmla="val 1360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619" name="Google Shape;619;p63"/>
          <p:cNvSpPr/>
          <p:nvPr>
            <p:ph idx="4" type="pic"/>
          </p:nvPr>
        </p:nvSpPr>
        <p:spPr>
          <a:xfrm>
            <a:off x="381950" y="993050"/>
            <a:ext cx="850500" cy="850500"/>
          </a:xfrm>
          <a:prstGeom prst="ellipse">
            <a:avLst/>
          </a:prstGeom>
          <a:noFill/>
          <a:ln cap="flat" cmpd="sng" w="9525">
            <a:solidFill>
              <a:schemeClr val="accent3"/>
            </a:solidFill>
            <a:prstDash val="solid"/>
            <a:round/>
            <a:headEnd len="sm" w="sm" type="none"/>
            <a:tailEnd len="sm" w="sm" type="none"/>
          </a:ln>
        </p:spPr>
      </p:sp>
      <p:sp>
        <p:nvSpPr>
          <p:cNvPr id="620" name="Google Shape;620;p63"/>
          <p:cNvSpPr txBox="1"/>
          <p:nvPr>
            <p:ph idx="5" type="subTitle"/>
          </p:nvPr>
        </p:nvSpPr>
        <p:spPr>
          <a:xfrm>
            <a:off x="381950" y="2062875"/>
            <a:ext cx="1786500" cy="236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Urbanist"/>
              <a:buNone/>
              <a:defRPr b="1" sz="1200">
                <a:solidFill>
                  <a:schemeClr val="dk1"/>
                </a:solidFill>
              </a:defRPr>
            </a:lvl1pPr>
            <a:lvl2pPr lvl="1">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2pPr>
            <a:lvl3pPr lvl="2">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3pPr>
            <a:lvl4pPr lvl="3">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4pPr>
            <a:lvl5pPr lvl="4">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5pPr>
            <a:lvl6pPr lvl="5">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6pPr>
            <a:lvl7pPr lvl="6">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7pPr>
            <a:lvl8pPr lvl="7">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8pPr>
            <a:lvl9pPr lvl="8">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9pPr>
          </a:lstStyle>
          <a:p/>
        </p:txBody>
      </p:sp>
      <p:sp>
        <p:nvSpPr>
          <p:cNvPr id="621" name="Google Shape;621;p63"/>
          <p:cNvSpPr txBox="1"/>
          <p:nvPr>
            <p:ph idx="6" type="body"/>
          </p:nvPr>
        </p:nvSpPr>
        <p:spPr>
          <a:xfrm>
            <a:off x="381950" y="2453500"/>
            <a:ext cx="1786500" cy="15363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Urbanist"/>
              <a:buChar char="●"/>
              <a:defRPr sz="1000">
                <a:solidFill>
                  <a:schemeClr val="dk1"/>
                </a:solidFill>
              </a:defRPr>
            </a:lvl1pPr>
            <a:lvl2pPr indent="-292100" lvl="1" marL="914400">
              <a:spcBef>
                <a:spcPts val="0"/>
              </a:spcBef>
              <a:spcAft>
                <a:spcPts val="0"/>
              </a:spcAft>
              <a:buClr>
                <a:schemeClr val="dk1"/>
              </a:buClr>
              <a:buSzPts val="1000"/>
              <a:buFont typeface="Urbanist"/>
              <a:buChar char="○"/>
              <a:defRPr sz="1000">
                <a:solidFill>
                  <a:schemeClr val="dk1"/>
                </a:solidFill>
              </a:defRPr>
            </a:lvl2pPr>
            <a:lvl3pPr indent="-292100" lvl="2" marL="1371600">
              <a:spcBef>
                <a:spcPts val="0"/>
              </a:spcBef>
              <a:spcAft>
                <a:spcPts val="0"/>
              </a:spcAft>
              <a:buClr>
                <a:schemeClr val="dk1"/>
              </a:buClr>
              <a:buSzPts val="1000"/>
              <a:buFont typeface="Urbanist"/>
              <a:buChar char="■"/>
              <a:defRPr sz="1000">
                <a:solidFill>
                  <a:schemeClr val="dk1"/>
                </a:solidFill>
              </a:defRPr>
            </a:lvl3pPr>
            <a:lvl4pPr indent="-292100" lvl="3" marL="1828800">
              <a:spcBef>
                <a:spcPts val="0"/>
              </a:spcBef>
              <a:spcAft>
                <a:spcPts val="0"/>
              </a:spcAft>
              <a:buClr>
                <a:schemeClr val="dk1"/>
              </a:buClr>
              <a:buSzPts val="1000"/>
              <a:buFont typeface="Urbanist"/>
              <a:buChar char="●"/>
              <a:defRPr sz="1000">
                <a:solidFill>
                  <a:schemeClr val="dk1"/>
                </a:solidFill>
              </a:defRPr>
            </a:lvl4pPr>
            <a:lvl5pPr indent="-292100" lvl="4" marL="2286000">
              <a:spcBef>
                <a:spcPts val="0"/>
              </a:spcBef>
              <a:spcAft>
                <a:spcPts val="0"/>
              </a:spcAft>
              <a:buClr>
                <a:schemeClr val="dk1"/>
              </a:buClr>
              <a:buSzPts val="1000"/>
              <a:buFont typeface="Urbanist"/>
              <a:buChar char="○"/>
              <a:defRPr sz="1000">
                <a:solidFill>
                  <a:schemeClr val="dk1"/>
                </a:solidFill>
              </a:defRPr>
            </a:lvl5pPr>
            <a:lvl6pPr indent="-292100" lvl="5" marL="2743200">
              <a:spcBef>
                <a:spcPts val="0"/>
              </a:spcBef>
              <a:spcAft>
                <a:spcPts val="0"/>
              </a:spcAft>
              <a:buClr>
                <a:schemeClr val="dk1"/>
              </a:buClr>
              <a:buSzPts val="1000"/>
              <a:buFont typeface="Urbanist"/>
              <a:buChar char="■"/>
              <a:defRPr sz="1000">
                <a:solidFill>
                  <a:schemeClr val="dk1"/>
                </a:solidFill>
              </a:defRPr>
            </a:lvl6pPr>
            <a:lvl7pPr indent="-292100" lvl="6" marL="3200400">
              <a:spcBef>
                <a:spcPts val="0"/>
              </a:spcBef>
              <a:spcAft>
                <a:spcPts val="0"/>
              </a:spcAft>
              <a:buClr>
                <a:schemeClr val="dk1"/>
              </a:buClr>
              <a:buSzPts val="1000"/>
              <a:buFont typeface="Urbanist"/>
              <a:buChar char="●"/>
              <a:defRPr sz="1000">
                <a:solidFill>
                  <a:schemeClr val="dk1"/>
                </a:solidFill>
              </a:defRPr>
            </a:lvl7pPr>
            <a:lvl8pPr indent="-292100" lvl="7" marL="3657600">
              <a:spcBef>
                <a:spcPts val="0"/>
              </a:spcBef>
              <a:spcAft>
                <a:spcPts val="0"/>
              </a:spcAft>
              <a:buClr>
                <a:schemeClr val="dk1"/>
              </a:buClr>
              <a:buSzPts val="1000"/>
              <a:buFont typeface="Urbanist"/>
              <a:buChar char="○"/>
              <a:defRPr sz="1000">
                <a:solidFill>
                  <a:schemeClr val="dk1"/>
                </a:solidFill>
              </a:defRPr>
            </a:lvl8pPr>
            <a:lvl9pPr indent="-292100" lvl="8" marL="4114800">
              <a:spcBef>
                <a:spcPts val="0"/>
              </a:spcBef>
              <a:spcAft>
                <a:spcPts val="0"/>
              </a:spcAft>
              <a:buClr>
                <a:schemeClr val="dk1"/>
              </a:buClr>
              <a:buSzPts val="1000"/>
              <a:buFont typeface="Urbanist"/>
              <a:buChar char="■"/>
              <a:defRPr sz="1000">
                <a:solidFill>
                  <a:schemeClr val="dk1"/>
                </a:solidFill>
              </a:defRPr>
            </a:lvl9pPr>
          </a:lstStyle>
          <a:p/>
        </p:txBody>
      </p:sp>
      <p:sp>
        <p:nvSpPr>
          <p:cNvPr id="622" name="Google Shape;622;p63"/>
          <p:cNvSpPr txBox="1"/>
          <p:nvPr>
            <p:ph idx="7" type="subTitle"/>
          </p:nvPr>
        </p:nvSpPr>
        <p:spPr>
          <a:xfrm>
            <a:off x="2580250" y="1528150"/>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Urbanist"/>
              <a:buNone/>
              <a:defRPr b="1" sz="1000"/>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623" name="Google Shape;623;p63"/>
          <p:cNvSpPr txBox="1"/>
          <p:nvPr>
            <p:ph idx="8" type="body"/>
          </p:nvPr>
        </p:nvSpPr>
        <p:spPr>
          <a:xfrm>
            <a:off x="2580250" y="1791652"/>
            <a:ext cx="2911500" cy="6105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800"/>
              </a:spcBef>
              <a:spcAft>
                <a:spcPts val="0"/>
              </a:spcAft>
              <a:buSzPts val="1000"/>
              <a:buChar char="○"/>
              <a:defRPr sz="1000"/>
            </a:lvl2pPr>
            <a:lvl3pPr indent="-292100" lvl="2" marL="1371600">
              <a:lnSpc>
                <a:spcPct val="100000"/>
              </a:lnSpc>
              <a:spcBef>
                <a:spcPts val="800"/>
              </a:spcBef>
              <a:spcAft>
                <a:spcPts val="0"/>
              </a:spcAft>
              <a:buSzPts val="1000"/>
              <a:buChar char="■"/>
              <a:defRPr sz="1000"/>
            </a:lvl3pPr>
            <a:lvl4pPr indent="-292100" lvl="3" marL="1828800">
              <a:lnSpc>
                <a:spcPct val="100000"/>
              </a:lnSpc>
              <a:spcBef>
                <a:spcPts val="800"/>
              </a:spcBef>
              <a:spcAft>
                <a:spcPts val="0"/>
              </a:spcAft>
              <a:buSzPts val="1000"/>
              <a:buChar char="●"/>
              <a:defRPr sz="1000"/>
            </a:lvl4pPr>
            <a:lvl5pPr indent="-292100" lvl="4" marL="2286000">
              <a:lnSpc>
                <a:spcPct val="100000"/>
              </a:lnSpc>
              <a:spcBef>
                <a:spcPts val="800"/>
              </a:spcBef>
              <a:spcAft>
                <a:spcPts val="0"/>
              </a:spcAft>
              <a:buSzPts val="1000"/>
              <a:buChar char="○"/>
              <a:defRPr sz="1000"/>
            </a:lvl5pPr>
            <a:lvl6pPr indent="-292100" lvl="5" marL="2743200">
              <a:lnSpc>
                <a:spcPct val="100000"/>
              </a:lnSpc>
              <a:spcBef>
                <a:spcPts val="800"/>
              </a:spcBef>
              <a:spcAft>
                <a:spcPts val="0"/>
              </a:spcAft>
              <a:buSzPts val="1000"/>
              <a:buChar char="■"/>
              <a:defRPr sz="1000"/>
            </a:lvl6pPr>
            <a:lvl7pPr indent="-292100" lvl="6" marL="3200400">
              <a:lnSpc>
                <a:spcPct val="100000"/>
              </a:lnSpc>
              <a:spcBef>
                <a:spcPts val="800"/>
              </a:spcBef>
              <a:spcAft>
                <a:spcPts val="0"/>
              </a:spcAft>
              <a:buSzPts val="1000"/>
              <a:buChar char="●"/>
              <a:defRPr sz="1000"/>
            </a:lvl7pPr>
            <a:lvl8pPr indent="-292100" lvl="7" marL="3657600">
              <a:lnSpc>
                <a:spcPct val="100000"/>
              </a:lnSpc>
              <a:spcBef>
                <a:spcPts val="800"/>
              </a:spcBef>
              <a:spcAft>
                <a:spcPts val="0"/>
              </a:spcAft>
              <a:buSzPts val="1000"/>
              <a:buChar char="○"/>
              <a:defRPr sz="1000"/>
            </a:lvl8pPr>
            <a:lvl9pPr indent="-292100" lvl="8" marL="4114800">
              <a:lnSpc>
                <a:spcPct val="100000"/>
              </a:lnSpc>
              <a:spcBef>
                <a:spcPts val="800"/>
              </a:spcBef>
              <a:spcAft>
                <a:spcPts val="800"/>
              </a:spcAft>
              <a:buSzPts val="1000"/>
              <a:buChar char="■"/>
              <a:defRPr sz="1000"/>
            </a:lvl9pPr>
          </a:lstStyle>
          <a:p/>
        </p:txBody>
      </p:sp>
      <p:cxnSp>
        <p:nvCxnSpPr>
          <p:cNvPr id="624" name="Google Shape;624;p63"/>
          <p:cNvCxnSpPr/>
          <p:nvPr/>
        </p:nvCxnSpPr>
        <p:spPr>
          <a:xfrm>
            <a:off x="2423700" y="2531312"/>
            <a:ext cx="3194400" cy="0"/>
          </a:xfrm>
          <a:prstGeom prst="straightConnector1">
            <a:avLst/>
          </a:prstGeom>
          <a:noFill/>
          <a:ln cap="flat" cmpd="sng" w="9525">
            <a:solidFill>
              <a:schemeClr val="dk1"/>
            </a:solidFill>
            <a:prstDash val="solid"/>
            <a:round/>
            <a:headEnd len="med" w="med" type="none"/>
            <a:tailEnd len="med" w="med" type="none"/>
          </a:ln>
        </p:spPr>
      </p:cxnSp>
      <p:cxnSp>
        <p:nvCxnSpPr>
          <p:cNvPr id="625" name="Google Shape;625;p63"/>
          <p:cNvCxnSpPr/>
          <p:nvPr/>
        </p:nvCxnSpPr>
        <p:spPr>
          <a:xfrm>
            <a:off x="2423700" y="3583537"/>
            <a:ext cx="3194400" cy="0"/>
          </a:xfrm>
          <a:prstGeom prst="straightConnector1">
            <a:avLst/>
          </a:prstGeom>
          <a:noFill/>
          <a:ln cap="flat" cmpd="sng" w="9525">
            <a:solidFill>
              <a:schemeClr val="dk1"/>
            </a:solidFill>
            <a:prstDash val="solid"/>
            <a:round/>
            <a:headEnd len="med" w="med" type="none"/>
            <a:tailEnd len="med" w="med" type="none"/>
          </a:ln>
        </p:spPr>
      </p:cxnSp>
      <p:sp>
        <p:nvSpPr>
          <p:cNvPr id="626" name="Google Shape;626;p63"/>
          <p:cNvSpPr txBox="1"/>
          <p:nvPr>
            <p:ph idx="9" type="subTitle"/>
          </p:nvPr>
        </p:nvSpPr>
        <p:spPr>
          <a:xfrm>
            <a:off x="2580250" y="2660457"/>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Urbanist"/>
              <a:buNone/>
              <a:defRPr b="1" sz="1000"/>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627" name="Google Shape;627;p63"/>
          <p:cNvSpPr txBox="1"/>
          <p:nvPr>
            <p:ph idx="13" type="body"/>
          </p:nvPr>
        </p:nvSpPr>
        <p:spPr>
          <a:xfrm>
            <a:off x="2580250" y="2931046"/>
            <a:ext cx="2911500" cy="6105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628" name="Google Shape;628;p63"/>
          <p:cNvSpPr/>
          <p:nvPr/>
        </p:nvSpPr>
        <p:spPr>
          <a:xfrm flipH="1">
            <a:off x="2600988" y="3992942"/>
            <a:ext cx="681000" cy="2736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None/>
            </a:pPr>
            <a:r>
              <a:t/>
            </a:r>
            <a:endParaRPr b="1" sz="800">
              <a:solidFill>
                <a:schemeClr val="dk1"/>
              </a:solidFill>
              <a:latin typeface="Urbanist"/>
              <a:ea typeface="Urbanist"/>
              <a:cs typeface="Urbanist"/>
              <a:sym typeface="Urbanist"/>
            </a:endParaRPr>
          </a:p>
        </p:txBody>
      </p:sp>
      <p:sp>
        <p:nvSpPr>
          <p:cNvPr id="629" name="Google Shape;629;p63"/>
          <p:cNvSpPr/>
          <p:nvPr/>
        </p:nvSpPr>
        <p:spPr>
          <a:xfrm flipH="1">
            <a:off x="3654625" y="3992942"/>
            <a:ext cx="681000" cy="2736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None/>
            </a:pPr>
            <a:r>
              <a:t/>
            </a:r>
            <a:endParaRPr b="1" sz="800">
              <a:solidFill>
                <a:schemeClr val="dk1"/>
              </a:solidFill>
              <a:latin typeface="Urbanist"/>
              <a:ea typeface="Urbanist"/>
              <a:cs typeface="Urbanist"/>
              <a:sym typeface="Urbanist"/>
            </a:endParaRPr>
          </a:p>
        </p:txBody>
      </p:sp>
      <p:sp>
        <p:nvSpPr>
          <p:cNvPr id="630" name="Google Shape;630;p63"/>
          <p:cNvSpPr/>
          <p:nvPr/>
        </p:nvSpPr>
        <p:spPr>
          <a:xfrm flipH="1">
            <a:off x="4602650" y="3992942"/>
            <a:ext cx="681000" cy="2736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None/>
            </a:pPr>
            <a:r>
              <a:t/>
            </a:r>
            <a:endParaRPr b="1" sz="800">
              <a:solidFill>
                <a:schemeClr val="dk1"/>
              </a:solidFill>
              <a:latin typeface="Urbanist"/>
              <a:ea typeface="Urbanist"/>
              <a:cs typeface="Urbanist"/>
              <a:sym typeface="Urbanist"/>
            </a:endParaRPr>
          </a:p>
        </p:txBody>
      </p:sp>
      <p:sp>
        <p:nvSpPr>
          <p:cNvPr id="631" name="Google Shape;631;p63"/>
          <p:cNvSpPr txBox="1"/>
          <p:nvPr>
            <p:ph idx="14" type="subTitle"/>
          </p:nvPr>
        </p:nvSpPr>
        <p:spPr>
          <a:xfrm>
            <a:off x="2567250" y="3671882"/>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Urbanist"/>
              <a:buNone/>
              <a:defRPr b="1" sz="1000"/>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632" name="Google Shape;632;p63"/>
          <p:cNvSpPr txBox="1"/>
          <p:nvPr>
            <p:ph idx="15" type="subTitle"/>
          </p:nvPr>
        </p:nvSpPr>
        <p:spPr>
          <a:xfrm>
            <a:off x="5877425" y="1528157"/>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Urbanist"/>
              <a:buNone/>
              <a:defRPr b="1" sz="1000"/>
            </a:lvl1pPr>
            <a:lvl2pPr lvl="1">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2pPr>
            <a:lvl3pPr lvl="2">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3pPr>
            <a:lvl4pPr lvl="3">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4pPr>
            <a:lvl5pPr lvl="4">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5pPr>
            <a:lvl6pPr lvl="5">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6pPr>
            <a:lvl7pPr lvl="6">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7pPr>
            <a:lvl8pPr lvl="7">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8pPr>
            <a:lvl9pPr lvl="8">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9pPr>
          </a:lstStyle>
          <a:p/>
        </p:txBody>
      </p:sp>
      <p:sp>
        <p:nvSpPr>
          <p:cNvPr id="633" name="Google Shape;633;p63"/>
          <p:cNvSpPr txBox="1"/>
          <p:nvPr>
            <p:ph idx="16" type="subTitle"/>
          </p:nvPr>
        </p:nvSpPr>
        <p:spPr>
          <a:xfrm>
            <a:off x="5877425" y="1781107"/>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accent3"/>
              </a:buClr>
              <a:buSzPts val="800"/>
              <a:buFont typeface="Urbanist"/>
              <a:buNone/>
              <a:defRPr b="1" sz="800">
                <a:solidFill>
                  <a:schemeClr val="accent3"/>
                </a:solidFill>
              </a:defRPr>
            </a:lvl1pPr>
            <a:lvl2pPr lvl="1">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2pPr>
            <a:lvl3pPr lvl="2">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3pPr>
            <a:lvl4pPr lvl="3">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4pPr>
            <a:lvl5pPr lvl="4">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5pPr>
            <a:lvl6pPr lvl="5">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6pPr>
            <a:lvl7pPr lvl="6">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7pPr>
            <a:lvl8pPr lvl="7">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8pPr>
            <a:lvl9pPr lvl="8">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9pPr>
          </a:lstStyle>
          <a:p/>
        </p:txBody>
      </p:sp>
      <p:sp>
        <p:nvSpPr>
          <p:cNvPr id="634" name="Google Shape;634;p63"/>
          <p:cNvSpPr txBox="1"/>
          <p:nvPr>
            <p:ph idx="17" type="subTitle"/>
          </p:nvPr>
        </p:nvSpPr>
        <p:spPr>
          <a:xfrm>
            <a:off x="5877425" y="2219182"/>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accent3"/>
              </a:buClr>
              <a:buSzPts val="800"/>
              <a:buFont typeface="Urbanist"/>
              <a:buNone/>
              <a:defRPr b="1" sz="800">
                <a:solidFill>
                  <a:schemeClr val="accent3"/>
                </a:solidFill>
              </a:defRPr>
            </a:lvl1pPr>
            <a:lvl2pPr lvl="1">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2pPr>
            <a:lvl3pPr lvl="2">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3pPr>
            <a:lvl4pPr lvl="3">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4pPr>
            <a:lvl5pPr lvl="4">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5pPr>
            <a:lvl6pPr lvl="5">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6pPr>
            <a:lvl7pPr lvl="6">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7pPr>
            <a:lvl8pPr lvl="7">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8pPr>
            <a:lvl9pPr lvl="8">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9pPr>
          </a:lstStyle>
          <a:p/>
        </p:txBody>
      </p:sp>
      <p:sp>
        <p:nvSpPr>
          <p:cNvPr id="635" name="Google Shape;635;p63"/>
          <p:cNvSpPr txBox="1"/>
          <p:nvPr>
            <p:ph idx="18" type="subTitle"/>
          </p:nvPr>
        </p:nvSpPr>
        <p:spPr>
          <a:xfrm>
            <a:off x="5877425" y="2657257"/>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accent3"/>
              </a:buClr>
              <a:buSzPts val="800"/>
              <a:buFont typeface="Urbanist"/>
              <a:buNone/>
              <a:defRPr b="1" sz="800">
                <a:solidFill>
                  <a:schemeClr val="accent3"/>
                </a:solidFill>
              </a:defRPr>
            </a:lvl1pPr>
            <a:lvl2pPr lvl="1">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2pPr>
            <a:lvl3pPr lvl="2">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3pPr>
            <a:lvl4pPr lvl="3">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4pPr>
            <a:lvl5pPr lvl="4">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5pPr>
            <a:lvl6pPr lvl="5">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6pPr>
            <a:lvl7pPr lvl="6">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7pPr>
            <a:lvl8pPr lvl="7">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8pPr>
            <a:lvl9pPr lvl="8">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9pPr>
          </a:lstStyle>
          <a:p/>
        </p:txBody>
      </p:sp>
      <p:sp>
        <p:nvSpPr>
          <p:cNvPr id="636" name="Google Shape;636;p63"/>
          <p:cNvSpPr txBox="1"/>
          <p:nvPr>
            <p:ph idx="19" type="subTitle"/>
          </p:nvPr>
        </p:nvSpPr>
        <p:spPr>
          <a:xfrm>
            <a:off x="5877425" y="3354932"/>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Urbanist"/>
              <a:buNone/>
              <a:defRPr b="1" sz="1000"/>
            </a:lvl1pPr>
            <a:lvl2pPr lvl="1">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2pPr>
            <a:lvl3pPr lvl="2">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3pPr>
            <a:lvl4pPr lvl="3">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4pPr>
            <a:lvl5pPr lvl="4">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5pPr>
            <a:lvl6pPr lvl="5">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6pPr>
            <a:lvl7pPr lvl="6">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7pPr>
            <a:lvl8pPr lvl="7">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8pPr>
            <a:lvl9pPr lvl="8">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9pPr>
          </a:lstStyle>
          <a:p/>
        </p:txBody>
      </p:sp>
      <p:sp>
        <p:nvSpPr>
          <p:cNvPr id="637" name="Google Shape;637;p63"/>
          <p:cNvSpPr txBox="1"/>
          <p:nvPr>
            <p:ph idx="20"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p:txBody>
      </p:sp>
      <p:sp>
        <p:nvSpPr>
          <p:cNvPr id="638" name="Google Shape;638;p63"/>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639" name="Google Shape;639;p63"/>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ilestones">
  <p:cSld name="CUSTOM_4">
    <p:spTree>
      <p:nvGrpSpPr>
        <p:cNvPr id="640" name="Shape 640"/>
        <p:cNvGrpSpPr/>
        <p:nvPr/>
      </p:nvGrpSpPr>
      <p:grpSpPr>
        <a:xfrm>
          <a:off x="0" y="0"/>
          <a:ext cx="0" cy="0"/>
          <a:chOff x="0" y="0"/>
          <a:chExt cx="0" cy="0"/>
        </a:xfrm>
      </p:grpSpPr>
      <p:sp>
        <p:nvSpPr>
          <p:cNvPr id="641" name="Google Shape;641;p64"/>
          <p:cNvSpPr txBox="1"/>
          <p:nvPr>
            <p:ph idx="1" type="body"/>
          </p:nvPr>
        </p:nvSpPr>
        <p:spPr>
          <a:xfrm>
            <a:off x="2054000" y="2952175"/>
            <a:ext cx="1377600" cy="937800"/>
          </a:xfrm>
          <a:prstGeom prst="rect">
            <a:avLst/>
          </a:prstGeom>
        </p:spPr>
        <p:txBody>
          <a:bodyPr anchorCtr="0" anchor="t" bIns="0" lIns="0" spcFirstLastPara="1" rIns="0" wrap="square" tIns="0">
            <a:sp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800"/>
              </a:spcBef>
              <a:spcAft>
                <a:spcPts val="0"/>
              </a:spcAft>
              <a:buSzPts val="1000"/>
              <a:buChar char="○"/>
              <a:defRPr sz="1000"/>
            </a:lvl2pPr>
            <a:lvl3pPr indent="-292100" lvl="2" marL="1371600">
              <a:lnSpc>
                <a:spcPct val="100000"/>
              </a:lnSpc>
              <a:spcBef>
                <a:spcPts val="800"/>
              </a:spcBef>
              <a:spcAft>
                <a:spcPts val="0"/>
              </a:spcAft>
              <a:buSzPts val="1000"/>
              <a:buChar char="■"/>
              <a:defRPr sz="1000"/>
            </a:lvl3pPr>
            <a:lvl4pPr indent="-292100" lvl="3" marL="1828800">
              <a:lnSpc>
                <a:spcPct val="100000"/>
              </a:lnSpc>
              <a:spcBef>
                <a:spcPts val="800"/>
              </a:spcBef>
              <a:spcAft>
                <a:spcPts val="0"/>
              </a:spcAft>
              <a:buSzPts val="1000"/>
              <a:buChar char="●"/>
              <a:defRPr sz="1000"/>
            </a:lvl4pPr>
            <a:lvl5pPr indent="-292100" lvl="4" marL="2286000">
              <a:lnSpc>
                <a:spcPct val="100000"/>
              </a:lnSpc>
              <a:spcBef>
                <a:spcPts val="800"/>
              </a:spcBef>
              <a:spcAft>
                <a:spcPts val="0"/>
              </a:spcAft>
              <a:buSzPts val="1000"/>
              <a:buChar char="○"/>
              <a:defRPr sz="1000"/>
            </a:lvl5pPr>
            <a:lvl6pPr indent="-292100" lvl="5" marL="2743200">
              <a:lnSpc>
                <a:spcPct val="100000"/>
              </a:lnSpc>
              <a:spcBef>
                <a:spcPts val="800"/>
              </a:spcBef>
              <a:spcAft>
                <a:spcPts val="0"/>
              </a:spcAft>
              <a:buSzPts val="1000"/>
              <a:buChar char="■"/>
              <a:defRPr sz="1000"/>
            </a:lvl6pPr>
            <a:lvl7pPr indent="-292100" lvl="6" marL="3200400">
              <a:lnSpc>
                <a:spcPct val="100000"/>
              </a:lnSpc>
              <a:spcBef>
                <a:spcPts val="800"/>
              </a:spcBef>
              <a:spcAft>
                <a:spcPts val="0"/>
              </a:spcAft>
              <a:buSzPts val="1000"/>
              <a:buChar char="●"/>
              <a:defRPr sz="1000"/>
            </a:lvl7pPr>
            <a:lvl8pPr indent="-292100" lvl="7" marL="3657600">
              <a:lnSpc>
                <a:spcPct val="100000"/>
              </a:lnSpc>
              <a:spcBef>
                <a:spcPts val="800"/>
              </a:spcBef>
              <a:spcAft>
                <a:spcPts val="0"/>
              </a:spcAft>
              <a:buSzPts val="1000"/>
              <a:buChar char="○"/>
              <a:defRPr sz="1000"/>
            </a:lvl8pPr>
            <a:lvl9pPr indent="-292100" lvl="8" marL="4114800">
              <a:lnSpc>
                <a:spcPct val="100000"/>
              </a:lnSpc>
              <a:spcBef>
                <a:spcPts val="800"/>
              </a:spcBef>
              <a:spcAft>
                <a:spcPts val="800"/>
              </a:spcAft>
              <a:buSzPts val="1000"/>
              <a:buChar char="■"/>
              <a:defRPr sz="1000"/>
            </a:lvl9pPr>
          </a:lstStyle>
          <a:p/>
        </p:txBody>
      </p:sp>
      <p:sp>
        <p:nvSpPr>
          <p:cNvPr id="642" name="Google Shape;642;p64"/>
          <p:cNvSpPr txBox="1"/>
          <p:nvPr>
            <p:ph idx="2" type="body"/>
          </p:nvPr>
        </p:nvSpPr>
        <p:spPr>
          <a:xfrm>
            <a:off x="246150" y="2952175"/>
            <a:ext cx="1458000" cy="812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643" name="Google Shape;643;p64"/>
          <p:cNvSpPr txBox="1"/>
          <p:nvPr>
            <p:ph idx="3" type="subTitle"/>
          </p:nvPr>
        </p:nvSpPr>
        <p:spPr>
          <a:xfrm>
            <a:off x="3829950" y="2667925"/>
            <a:ext cx="1339800" cy="144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SemiBold"/>
              <a:buNone/>
              <a:defRPr sz="1200">
                <a:latin typeface="Urbanist SemiBold"/>
                <a:ea typeface="Urbanist SemiBold"/>
                <a:cs typeface="Urbanist SemiBold"/>
                <a:sym typeface="Urbanist SemiBold"/>
              </a:defRPr>
            </a:lvl1pPr>
            <a:lvl2pPr lvl="1">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9pPr>
          </a:lstStyle>
          <a:p/>
        </p:txBody>
      </p:sp>
      <p:sp>
        <p:nvSpPr>
          <p:cNvPr id="644" name="Google Shape;644;p64"/>
          <p:cNvSpPr txBox="1"/>
          <p:nvPr>
            <p:ph idx="4" type="body"/>
          </p:nvPr>
        </p:nvSpPr>
        <p:spPr>
          <a:xfrm>
            <a:off x="3848250" y="2952163"/>
            <a:ext cx="1458000" cy="812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645" name="Google Shape;645;p64"/>
          <p:cNvSpPr txBox="1"/>
          <p:nvPr>
            <p:ph idx="5" type="subTitle"/>
          </p:nvPr>
        </p:nvSpPr>
        <p:spPr>
          <a:xfrm>
            <a:off x="2077400" y="4218350"/>
            <a:ext cx="1377600" cy="144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000"/>
              <a:buFont typeface="Urbanist"/>
              <a:buNone/>
              <a:defRPr sz="1000">
                <a:solidFill>
                  <a:schemeClr val="accent3"/>
                </a:solidFill>
              </a:defRPr>
            </a:lvl1pPr>
            <a:lvl2pPr lvl="1"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2pPr>
            <a:lvl3pPr lvl="2"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3pPr>
            <a:lvl4pPr lvl="3"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4pPr>
            <a:lvl5pPr lvl="4"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5pPr>
            <a:lvl6pPr lvl="5"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6pPr>
            <a:lvl7pPr lvl="6"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7pPr>
            <a:lvl8pPr lvl="7"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8pPr>
            <a:lvl9pPr lvl="8"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9pPr>
          </a:lstStyle>
          <a:p/>
        </p:txBody>
      </p:sp>
      <p:sp>
        <p:nvSpPr>
          <p:cNvPr id="646" name="Google Shape;646;p64"/>
          <p:cNvSpPr txBox="1"/>
          <p:nvPr>
            <p:ph idx="6" type="body"/>
          </p:nvPr>
        </p:nvSpPr>
        <p:spPr>
          <a:xfrm>
            <a:off x="5634175" y="2952175"/>
            <a:ext cx="1458000" cy="812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647" name="Google Shape;647;p64"/>
          <p:cNvSpPr txBox="1"/>
          <p:nvPr>
            <p:ph idx="7"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648" name="Google Shape;648;p64"/>
          <p:cNvSpPr txBox="1"/>
          <p:nvPr>
            <p:ph idx="8"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649" name="Google Shape;649;p64"/>
          <p:cNvSpPr txBox="1"/>
          <p:nvPr>
            <p:ph idx="9"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650" name="Google Shape;650;p64"/>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651" name="Google Shape;651;p64"/>
          <p:cNvSpPr txBox="1"/>
          <p:nvPr>
            <p:ph type="title"/>
          </p:nvPr>
        </p:nvSpPr>
        <p:spPr>
          <a:xfrm>
            <a:off x="228600" y="613525"/>
            <a:ext cx="6841500" cy="7530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p:txBody>
      </p:sp>
      <p:sp>
        <p:nvSpPr>
          <p:cNvPr id="652" name="Google Shape;652;p64"/>
          <p:cNvSpPr txBox="1"/>
          <p:nvPr>
            <p:ph idx="13" type="subTitle"/>
          </p:nvPr>
        </p:nvSpPr>
        <p:spPr>
          <a:xfrm>
            <a:off x="277500" y="4218350"/>
            <a:ext cx="1377600" cy="144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1000"/>
              <a:buFont typeface="Urbanist"/>
              <a:buNone/>
              <a:defRPr sz="1000">
                <a:solidFill>
                  <a:schemeClr val="dk1"/>
                </a:solidFill>
              </a:defRPr>
            </a:lvl1pPr>
            <a:lvl2pPr lvl="1"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2pPr>
            <a:lvl3pPr lvl="2"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3pPr>
            <a:lvl4pPr lvl="3"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4pPr>
            <a:lvl5pPr lvl="4"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5pPr>
            <a:lvl6pPr lvl="5"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6pPr>
            <a:lvl7pPr lvl="6"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7pPr>
            <a:lvl8pPr lvl="7"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8pPr>
            <a:lvl9pPr lvl="8"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9pPr>
          </a:lstStyle>
          <a:p/>
        </p:txBody>
      </p:sp>
      <p:sp>
        <p:nvSpPr>
          <p:cNvPr id="653" name="Google Shape;653;p64"/>
          <p:cNvSpPr txBox="1"/>
          <p:nvPr>
            <p:ph idx="14" type="subTitle"/>
          </p:nvPr>
        </p:nvSpPr>
        <p:spPr>
          <a:xfrm>
            <a:off x="3877300" y="4218350"/>
            <a:ext cx="1377600" cy="144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000"/>
              <a:buFont typeface="Urbanist"/>
              <a:buNone/>
              <a:defRPr sz="1000">
                <a:solidFill>
                  <a:schemeClr val="accent3"/>
                </a:solidFill>
              </a:defRPr>
            </a:lvl1pPr>
            <a:lvl2pPr lvl="1"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2pPr>
            <a:lvl3pPr lvl="2"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3pPr>
            <a:lvl4pPr lvl="3"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4pPr>
            <a:lvl5pPr lvl="4"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5pPr>
            <a:lvl6pPr lvl="5"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6pPr>
            <a:lvl7pPr lvl="6"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7pPr>
            <a:lvl8pPr lvl="7"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8pPr>
            <a:lvl9pPr lvl="8"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9pPr>
          </a:lstStyle>
          <a:p/>
        </p:txBody>
      </p:sp>
      <p:sp>
        <p:nvSpPr>
          <p:cNvPr id="654" name="Google Shape;654;p64"/>
          <p:cNvSpPr txBox="1"/>
          <p:nvPr>
            <p:ph idx="15" type="subTitle"/>
          </p:nvPr>
        </p:nvSpPr>
        <p:spPr>
          <a:xfrm>
            <a:off x="5677200" y="4218350"/>
            <a:ext cx="1377600" cy="144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000"/>
              <a:buFont typeface="Urbanist"/>
              <a:buNone/>
              <a:defRPr sz="1000">
                <a:solidFill>
                  <a:schemeClr val="accent3"/>
                </a:solidFill>
              </a:defRPr>
            </a:lvl1pPr>
            <a:lvl2pPr lvl="1"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2pPr>
            <a:lvl3pPr lvl="2"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3pPr>
            <a:lvl4pPr lvl="3"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4pPr>
            <a:lvl5pPr lvl="4"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5pPr>
            <a:lvl6pPr lvl="5"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6pPr>
            <a:lvl7pPr lvl="6"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7pPr>
            <a:lvl8pPr lvl="7"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8pPr>
            <a:lvl9pPr lvl="8"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9pPr>
          </a:lstStyle>
          <a:p/>
        </p:txBody>
      </p:sp>
      <p:sp>
        <p:nvSpPr>
          <p:cNvPr id="655" name="Google Shape;655;p64"/>
          <p:cNvSpPr txBox="1"/>
          <p:nvPr>
            <p:ph idx="16" type="subTitle"/>
          </p:nvPr>
        </p:nvSpPr>
        <p:spPr>
          <a:xfrm>
            <a:off x="7477100" y="4218350"/>
            <a:ext cx="1377600" cy="144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000"/>
              <a:buFont typeface="Urbanist"/>
              <a:buNone/>
              <a:defRPr sz="1000">
                <a:solidFill>
                  <a:schemeClr val="accent3"/>
                </a:solidFill>
              </a:defRPr>
            </a:lvl1pPr>
            <a:lvl2pPr lvl="1"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2pPr>
            <a:lvl3pPr lvl="2"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3pPr>
            <a:lvl4pPr lvl="3"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4pPr>
            <a:lvl5pPr lvl="4"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5pPr>
            <a:lvl6pPr lvl="5"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6pPr>
            <a:lvl7pPr lvl="6"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7pPr>
            <a:lvl8pPr lvl="7"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8pPr>
            <a:lvl9pPr lvl="8"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9pPr>
          </a:lstStyle>
          <a:p/>
        </p:txBody>
      </p:sp>
      <p:sp>
        <p:nvSpPr>
          <p:cNvPr id="656" name="Google Shape;656;p64"/>
          <p:cNvSpPr txBox="1"/>
          <p:nvPr>
            <p:ph idx="17" type="subTitle"/>
          </p:nvPr>
        </p:nvSpPr>
        <p:spPr>
          <a:xfrm>
            <a:off x="238800" y="2667925"/>
            <a:ext cx="1339800" cy="1443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1200"/>
              <a:buFont typeface="Urbanist"/>
              <a:buNone/>
              <a:defRPr b="1" sz="1200">
                <a:solidFill>
                  <a:schemeClr val="accent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57" name="Google Shape;657;p64"/>
          <p:cNvSpPr txBox="1"/>
          <p:nvPr>
            <p:ph idx="18" type="subTitle"/>
          </p:nvPr>
        </p:nvSpPr>
        <p:spPr>
          <a:xfrm>
            <a:off x="2034375" y="2667925"/>
            <a:ext cx="1339800" cy="144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SemiBold"/>
              <a:buNone/>
              <a:defRPr sz="1200">
                <a:latin typeface="Urbanist SemiBold"/>
                <a:ea typeface="Urbanist SemiBold"/>
                <a:cs typeface="Urbanist SemiBold"/>
                <a:sym typeface="Urbanist SemiBold"/>
              </a:defRPr>
            </a:lvl1pPr>
            <a:lvl2pPr lvl="1">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9pPr>
          </a:lstStyle>
          <a:p/>
        </p:txBody>
      </p:sp>
      <p:sp>
        <p:nvSpPr>
          <p:cNvPr id="658" name="Google Shape;658;p64"/>
          <p:cNvSpPr txBox="1"/>
          <p:nvPr>
            <p:ph idx="19" type="subTitle"/>
          </p:nvPr>
        </p:nvSpPr>
        <p:spPr>
          <a:xfrm>
            <a:off x="5645375" y="2667925"/>
            <a:ext cx="1339800" cy="144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SemiBold"/>
              <a:buNone/>
              <a:defRPr sz="1200">
                <a:latin typeface="Urbanist SemiBold"/>
                <a:ea typeface="Urbanist SemiBold"/>
                <a:cs typeface="Urbanist SemiBold"/>
                <a:sym typeface="Urbanist SemiBold"/>
              </a:defRPr>
            </a:lvl1pPr>
            <a:lvl2pPr lvl="1">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9pPr>
          </a:lstStyle>
          <a:p/>
        </p:txBody>
      </p:sp>
      <p:sp>
        <p:nvSpPr>
          <p:cNvPr id="659" name="Google Shape;659;p64"/>
          <p:cNvSpPr txBox="1"/>
          <p:nvPr>
            <p:ph idx="20" type="subTitle"/>
          </p:nvPr>
        </p:nvSpPr>
        <p:spPr>
          <a:xfrm>
            <a:off x="7460789" y="2667925"/>
            <a:ext cx="1339800" cy="144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SemiBold"/>
              <a:buNone/>
              <a:defRPr sz="1200">
                <a:latin typeface="Urbanist SemiBold"/>
                <a:ea typeface="Urbanist SemiBold"/>
                <a:cs typeface="Urbanist SemiBold"/>
                <a:sym typeface="Urbanist SemiBold"/>
              </a:defRPr>
            </a:lvl1pPr>
            <a:lvl2pPr lvl="1">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9pPr>
          </a:lstStyle>
          <a:p/>
        </p:txBody>
      </p:sp>
      <p:sp>
        <p:nvSpPr>
          <p:cNvPr id="660" name="Google Shape;660;p64"/>
          <p:cNvSpPr txBox="1"/>
          <p:nvPr>
            <p:ph idx="21" type="subTitle"/>
          </p:nvPr>
        </p:nvSpPr>
        <p:spPr>
          <a:xfrm>
            <a:off x="372900" y="2029450"/>
            <a:ext cx="314100" cy="338700"/>
          </a:xfrm>
          <a:prstGeom prst="rect">
            <a:avLst/>
          </a:prstGeom>
        </p:spPr>
        <p:txBody>
          <a:bodyPr anchorCtr="0" anchor="t" bIns="0" lIns="0" spcFirstLastPara="1" rIns="0" wrap="square" tIns="0">
            <a:noAutofit/>
          </a:bodyPr>
          <a:lstStyle>
            <a:lvl1pPr lvl="0" algn="ctr">
              <a:spcBef>
                <a:spcPts val="0"/>
              </a:spcBef>
              <a:spcAft>
                <a:spcPts val="0"/>
              </a:spcAft>
              <a:buClr>
                <a:schemeClr val="dk1"/>
              </a:buClr>
              <a:buSzPts val="1600"/>
              <a:buFont typeface="Urbanist"/>
              <a:buNone/>
              <a:defRPr b="1">
                <a:solidFill>
                  <a:schemeClr val="dk1"/>
                </a:solidFill>
              </a:defRPr>
            </a:lvl1pPr>
            <a:lvl2pPr lvl="1" algn="ctr">
              <a:spcBef>
                <a:spcPts val="0"/>
              </a:spcBef>
              <a:spcAft>
                <a:spcPts val="0"/>
              </a:spcAft>
              <a:buSzPts val="1600"/>
              <a:buNone/>
              <a:defRPr sz="1600"/>
            </a:lvl2pPr>
            <a:lvl3pPr lvl="2" algn="ctr">
              <a:spcBef>
                <a:spcPts val="0"/>
              </a:spcBef>
              <a:spcAft>
                <a:spcPts val="0"/>
              </a:spcAft>
              <a:buSzPts val="1600"/>
              <a:buNone/>
              <a:defRPr sz="1600"/>
            </a:lvl3pPr>
            <a:lvl4pPr lvl="3" algn="ctr">
              <a:spcBef>
                <a:spcPts val="0"/>
              </a:spcBef>
              <a:spcAft>
                <a:spcPts val="0"/>
              </a:spcAft>
              <a:buSzPts val="1600"/>
              <a:buNone/>
              <a:defRPr sz="1600"/>
            </a:lvl4pPr>
            <a:lvl5pPr lvl="4" algn="ctr">
              <a:spcBef>
                <a:spcPts val="0"/>
              </a:spcBef>
              <a:spcAft>
                <a:spcPts val="0"/>
              </a:spcAft>
              <a:buSzPts val="1600"/>
              <a:buNone/>
              <a:defRPr sz="1600"/>
            </a:lvl5pPr>
            <a:lvl6pPr lvl="5" algn="ctr">
              <a:spcBef>
                <a:spcPts val="0"/>
              </a:spcBef>
              <a:spcAft>
                <a:spcPts val="0"/>
              </a:spcAft>
              <a:buSzPts val="1600"/>
              <a:buNone/>
              <a:defRPr sz="1600"/>
            </a:lvl6pPr>
            <a:lvl7pPr lvl="6" algn="ctr">
              <a:spcBef>
                <a:spcPts val="0"/>
              </a:spcBef>
              <a:spcAft>
                <a:spcPts val="0"/>
              </a:spcAft>
              <a:buSzPts val="1600"/>
              <a:buNone/>
              <a:defRPr sz="1600"/>
            </a:lvl7pPr>
            <a:lvl8pPr lvl="7" algn="ctr">
              <a:spcBef>
                <a:spcPts val="0"/>
              </a:spcBef>
              <a:spcAft>
                <a:spcPts val="0"/>
              </a:spcAft>
              <a:buSzPts val="1600"/>
              <a:buNone/>
              <a:defRPr sz="1600"/>
            </a:lvl8pPr>
            <a:lvl9pPr lvl="8" algn="ctr">
              <a:spcBef>
                <a:spcPts val="0"/>
              </a:spcBef>
              <a:spcAft>
                <a:spcPts val="0"/>
              </a:spcAft>
              <a:buSzPts val="1600"/>
              <a:buNone/>
              <a:defRPr sz="1600"/>
            </a:lvl9pPr>
          </a:lstStyle>
          <a:p/>
        </p:txBody>
      </p:sp>
      <p:sp>
        <p:nvSpPr>
          <p:cNvPr id="661" name="Google Shape;661;p64"/>
          <p:cNvSpPr txBox="1"/>
          <p:nvPr>
            <p:ph idx="22" type="subTitle"/>
          </p:nvPr>
        </p:nvSpPr>
        <p:spPr>
          <a:xfrm>
            <a:off x="2178663" y="2027390"/>
            <a:ext cx="314100" cy="338700"/>
          </a:xfrm>
          <a:prstGeom prst="rect">
            <a:avLst/>
          </a:prstGeom>
        </p:spPr>
        <p:txBody>
          <a:bodyPr anchorCtr="0" anchor="t" bIns="0" lIns="0" spcFirstLastPara="1" rIns="0" wrap="square" tIns="0">
            <a:noAutofit/>
          </a:bodyPr>
          <a:lstStyle>
            <a:lvl1pPr lvl="0" algn="ctr">
              <a:spcBef>
                <a:spcPts val="0"/>
              </a:spcBef>
              <a:spcAft>
                <a:spcPts val="0"/>
              </a:spcAft>
              <a:buClr>
                <a:schemeClr val="accent3"/>
              </a:buClr>
              <a:buSzPts val="1600"/>
              <a:buFont typeface="Urbanist"/>
              <a:buNone/>
              <a:defRPr b="1">
                <a:solidFill>
                  <a:schemeClr val="accent3"/>
                </a:solidFill>
              </a:defRPr>
            </a:lvl1pPr>
            <a:lvl2pPr lvl="1" algn="ctr">
              <a:spcBef>
                <a:spcPts val="0"/>
              </a:spcBef>
              <a:spcAft>
                <a:spcPts val="0"/>
              </a:spcAft>
              <a:buClr>
                <a:schemeClr val="accent3"/>
              </a:buClr>
              <a:buSzPts val="1600"/>
              <a:buNone/>
              <a:defRPr b="1" sz="1600">
                <a:solidFill>
                  <a:schemeClr val="accent3"/>
                </a:solidFill>
              </a:defRPr>
            </a:lvl2pPr>
            <a:lvl3pPr lvl="2" algn="ctr">
              <a:spcBef>
                <a:spcPts val="0"/>
              </a:spcBef>
              <a:spcAft>
                <a:spcPts val="0"/>
              </a:spcAft>
              <a:buClr>
                <a:schemeClr val="accent3"/>
              </a:buClr>
              <a:buSzPts val="1600"/>
              <a:buNone/>
              <a:defRPr b="1" sz="1600">
                <a:solidFill>
                  <a:schemeClr val="accent3"/>
                </a:solidFill>
              </a:defRPr>
            </a:lvl3pPr>
            <a:lvl4pPr lvl="3" algn="ctr">
              <a:spcBef>
                <a:spcPts val="0"/>
              </a:spcBef>
              <a:spcAft>
                <a:spcPts val="0"/>
              </a:spcAft>
              <a:buClr>
                <a:schemeClr val="accent3"/>
              </a:buClr>
              <a:buSzPts val="1600"/>
              <a:buNone/>
              <a:defRPr b="1" sz="1600">
                <a:solidFill>
                  <a:schemeClr val="accent3"/>
                </a:solidFill>
              </a:defRPr>
            </a:lvl4pPr>
            <a:lvl5pPr lvl="4" algn="ctr">
              <a:spcBef>
                <a:spcPts val="0"/>
              </a:spcBef>
              <a:spcAft>
                <a:spcPts val="0"/>
              </a:spcAft>
              <a:buClr>
                <a:schemeClr val="accent3"/>
              </a:buClr>
              <a:buSzPts val="1600"/>
              <a:buNone/>
              <a:defRPr b="1" sz="1600">
                <a:solidFill>
                  <a:schemeClr val="accent3"/>
                </a:solidFill>
              </a:defRPr>
            </a:lvl5pPr>
            <a:lvl6pPr lvl="5" algn="ctr">
              <a:spcBef>
                <a:spcPts val="0"/>
              </a:spcBef>
              <a:spcAft>
                <a:spcPts val="0"/>
              </a:spcAft>
              <a:buClr>
                <a:schemeClr val="accent3"/>
              </a:buClr>
              <a:buSzPts val="1600"/>
              <a:buNone/>
              <a:defRPr b="1" sz="1600">
                <a:solidFill>
                  <a:schemeClr val="accent3"/>
                </a:solidFill>
              </a:defRPr>
            </a:lvl6pPr>
            <a:lvl7pPr lvl="6" algn="ctr">
              <a:spcBef>
                <a:spcPts val="0"/>
              </a:spcBef>
              <a:spcAft>
                <a:spcPts val="0"/>
              </a:spcAft>
              <a:buClr>
                <a:schemeClr val="accent3"/>
              </a:buClr>
              <a:buSzPts val="1600"/>
              <a:buNone/>
              <a:defRPr b="1" sz="1600">
                <a:solidFill>
                  <a:schemeClr val="accent3"/>
                </a:solidFill>
              </a:defRPr>
            </a:lvl7pPr>
            <a:lvl8pPr lvl="7" algn="ctr">
              <a:spcBef>
                <a:spcPts val="0"/>
              </a:spcBef>
              <a:spcAft>
                <a:spcPts val="0"/>
              </a:spcAft>
              <a:buClr>
                <a:schemeClr val="accent3"/>
              </a:buClr>
              <a:buSzPts val="1600"/>
              <a:buNone/>
              <a:defRPr b="1" sz="1600">
                <a:solidFill>
                  <a:schemeClr val="accent3"/>
                </a:solidFill>
              </a:defRPr>
            </a:lvl8pPr>
            <a:lvl9pPr lvl="8" algn="ctr">
              <a:spcBef>
                <a:spcPts val="0"/>
              </a:spcBef>
              <a:spcAft>
                <a:spcPts val="0"/>
              </a:spcAft>
              <a:buClr>
                <a:schemeClr val="accent3"/>
              </a:buClr>
              <a:buSzPts val="1600"/>
              <a:buNone/>
              <a:defRPr b="1" sz="1600">
                <a:solidFill>
                  <a:schemeClr val="accent3"/>
                </a:solidFill>
              </a:defRPr>
            </a:lvl9pPr>
          </a:lstStyle>
          <a:p/>
        </p:txBody>
      </p:sp>
      <p:sp>
        <p:nvSpPr>
          <p:cNvPr id="662" name="Google Shape;662;p64"/>
          <p:cNvSpPr txBox="1"/>
          <p:nvPr>
            <p:ph idx="23" type="subTitle"/>
          </p:nvPr>
        </p:nvSpPr>
        <p:spPr>
          <a:xfrm>
            <a:off x="3974250" y="2027390"/>
            <a:ext cx="314100" cy="338700"/>
          </a:xfrm>
          <a:prstGeom prst="rect">
            <a:avLst/>
          </a:prstGeom>
        </p:spPr>
        <p:txBody>
          <a:bodyPr anchorCtr="0" anchor="t" bIns="0" lIns="0" spcFirstLastPara="1" rIns="0" wrap="square" tIns="0">
            <a:noAutofit/>
          </a:bodyPr>
          <a:lstStyle>
            <a:lvl1pPr lvl="0" algn="ctr">
              <a:spcBef>
                <a:spcPts val="0"/>
              </a:spcBef>
              <a:spcAft>
                <a:spcPts val="0"/>
              </a:spcAft>
              <a:buClr>
                <a:schemeClr val="accent3"/>
              </a:buClr>
              <a:buSzPts val="1600"/>
              <a:buFont typeface="Urbanist"/>
              <a:buNone/>
              <a:defRPr b="1">
                <a:solidFill>
                  <a:schemeClr val="accent3"/>
                </a:solidFill>
              </a:defRPr>
            </a:lvl1pPr>
            <a:lvl2pPr lvl="1" algn="ctr">
              <a:spcBef>
                <a:spcPts val="0"/>
              </a:spcBef>
              <a:spcAft>
                <a:spcPts val="0"/>
              </a:spcAft>
              <a:buClr>
                <a:schemeClr val="accent3"/>
              </a:buClr>
              <a:buSzPts val="1600"/>
              <a:buNone/>
              <a:defRPr b="1" sz="1600">
                <a:solidFill>
                  <a:schemeClr val="accent3"/>
                </a:solidFill>
              </a:defRPr>
            </a:lvl2pPr>
            <a:lvl3pPr lvl="2" algn="ctr">
              <a:spcBef>
                <a:spcPts val="0"/>
              </a:spcBef>
              <a:spcAft>
                <a:spcPts val="0"/>
              </a:spcAft>
              <a:buClr>
                <a:schemeClr val="accent3"/>
              </a:buClr>
              <a:buSzPts val="1600"/>
              <a:buNone/>
              <a:defRPr b="1" sz="1600">
                <a:solidFill>
                  <a:schemeClr val="accent3"/>
                </a:solidFill>
              </a:defRPr>
            </a:lvl3pPr>
            <a:lvl4pPr lvl="3" algn="ctr">
              <a:spcBef>
                <a:spcPts val="0"/>
              </a:spcBef>
              <a:spcAft>
                <a:spcPts val="0"/>
              </a:spcAft>
              <a:buClr>
                <a:schemeClr val="accent3"/>
              </a:buClr>
              <a:buSzPts val="1600"/>
              <a:buNone/>
              <a:defRPr b="1" sz="1600">
                <a:solidFill>
                  <a:schemeClr val="accent3"/>
                </a:solidFill>
              </a:defRPr>
            </a:lvl4pPr>
            <a:lvl5pPr lvl="4" algn="ctr">
              <a:spcBef>
                <a:spcPts val="0"/>
              </a:spcBef>
              <a:spcAft>
                <a:spcPts val="0"/>
              </a:spcAft>
              <a:buClr>
                <a:schemeClr val="accent3"/>
              </a:buClr>
              <a:buSzPts val="1600"/>
              <a:buNone/>
              <a:defRPr b="1" sz="1600">
                <a:solidFill>
                  <a:schemeClr val="accent3"/>
                </a:solidFill>
              </a:defRPr>
            </a:lvl5pPr>
            <a:lvl6pPr lvl="5" algn="ctr">
              <a:spcBef>
                <a:spcPts val="0"/>
              </a:spcBef>
              <a:spcAft>
                <a:spcPts val="0"/>
              </a:spcAft>
              <a:buClr>
                <a:schemeClr val="accent3"/>
              </a:buClr>
              <a:buSzPts val="1600"/>
              <a:buNone/>
              <a:defRPr b="1" sz="1600">
                <a:solidFill>
                  <a:schemeClr val="accent3"/>
                </a:solidFill>
              </a:defRPr>
            </a:lvl6pPr>
            <a:lvl7pPr lvl="6" algn="ctr">
              <a:spcBef>
                <a:spcPts val="0"/>
              </a:spcBef>
              <a:spcAft>
                <a:spcPts val="0"/>
              </a:spcAft>
              <a:buClr>
                <a:schemeClr val="accent3"/>
              </a:buClr>
              <a:buSzPts val="1600"/>
              <a:buNone/>
              <a:defRPr b="1" sz="1600">
                <a:solidFill>
                  <a:schemeClr val="accent3"/>
                </a:solidFill>
              </a:defRPr>
            </a:lvl7pPr>
            <a:lvl8pPr lvl="7" algn="ctr">
              <a:spcBef>
                <a:spcPts val="0"/>
              </a:spcBef>
              <a:spcAft>
                <a:spcPts val="0"/>
              </a:spcAft>
              <a:buClr>
                <a:schemeClr val="accent3"/>
              </a:buClr>
              <a:buSzPts val="1600"/>
              <a:buNone/>
              <a:defRPr b="1" sz="1600">
                <a:solidFill>
                  <a:schemeClr val="accent3"/>
                </a:solidFill>
              </a:defRPr>
            </a:lvl8pPr>
            <a:lvl9pPr lvl="8" algn="ctr">
              <a:spcBef>
                <a:spcPts val="0"/>
              </a:spcBef>
              <a:spcAft>
                <a:spcPts val="0"/>
              </a:spcAft>
              <a:buClr>
                <a:schemeClr val="accent3"/>
              </a:buClr>
              <a:buSzPts val="1600"/>
              <a:buNone/>
              <a:defRPr b="1" sz="1600">
                <a:solidFill>
                  <a:schemeClr val="accent3"/>
                </a:solidFill>
              </a:defRPr>
            </a:lvl9pPr>
          </a:lstStyle>
          <a:p/>
        </p:txBody>
      </p:sp>
      <p:sp>
        <p:nvSpPr>
          <p:cNvPr id="663" name="Google Shape;663;p64"/>
          <p:cNvSpPr txBox="1"/>
          <p:nvPr>
            <p:ph idx="24" type="subTitle"/>
          </p:nvPr>
        </p:nvSpPr>
        <p:spPr>
          <a:xfrm>
            <a:off x="5789675" y="2027390"/>
            <a:ext cx="314100" cy="338700"/>
          </a:xfrm>
          <a:prstGeom prst="rect">
            <a:avLst/>
          </a:prstGeom>
        </p:spPr>
        <p:txBody>
          <a:bodyPr anchorCtr="0" anchor="t" bIns="0" lIns="0" spcFirstLastPara="1" rIns="0" wrap="square" tIns="0">
            <a:noAutofit/>
          </a:bodyPr>
          <a:lstStyle>
            <a:lvl1pPr lvl="0" algn="ctr">
              <a:spcBef>
                <a:spcPts val="0"/>
              </a:spcBef>
              <a:spcAft>
                <a:spcPts val="0"/>
              </a:spcAft>
              <a:buClr>
                <a:schemeClr val="accent3"/>
              </a:buClr>
              <a:buSzPts val="1600"/>
              <a:buFont typeface="Urbanist"/>
              <a:buNone/>
              <a:defRPr b="1">
                <a:solidFill>
                  <a:schemeClr val="accent3"/>
                </a:solidFill>
              </a:defRPr>
            </a:lvl1pPr>
            <a:lvl2pPr lvl="1" algn="ctr">
              <a:spcBef>
                <a:spcPts val="0"/>
              </a:spcBef>
              <a:spcAft>
                <a:spcPts val="0"/>
              </a:spcAft>
              <a:buClr>
                <a:schemeClr val="accent3"/>
              </a:buClr>
              <a:buSzPts val="1600"/>
              <a:buNone/>
              <a:defRPr b="1" sz="1600">
                <a:solidFill>
                  <a:schemeClr val="accent3"/>
                </a:solidFill>
              </a:defRPr>
            </a:lvl2pPr>
            <a:lvl3pPr lvl="2" algn="ctr">
              <a:spcBef>
                <a:spcPts val="0"/>
              </a:spcBef>
              <a:spcAft>
                <a:spcPts val="0"/>
              </a:spcAft>
              <a:buClr>
                <a:schemeClr val="accent3"/>
              </a:buClr>
              <a:buSzPts val="1600"/>
              <a:buNone/>
              <a:defRPr b="1" sz="1600">
                <a:solidFill>
                  <a:schemeClr val="accent3"/>
                </a:solidFill>
              </a:defRPr>
            </a:lvl3pPr>
            <a:lvl4pPr lvl="3" algn="ctr">
              <a:spcBef>
                <a:spcPts val="0"/>
              </a:spcBef>
              <a:spcAft>
                <a:spcPts val="0"/>
              </a:spcAft>
              <a:buClr>
                <a:schemeClr val="accent3"/>
              </a:buClr>
              <a:buSzPts val="1600"/>
              <a:buNone/>
              <a:defRPr b="1" sz="1600">
                <a:solidFill>
                  <a:schemeClr val="accent3"/>
                </a:solidFill>
              </a:defRPr>
            </a:lvl4pPr>
            <a:lvl5pPr lvl="4" algn="ctr">
              <a:spcBef>
                <a:spcPts val="0"/>
              </a:spcBef>
              <a:spcAft>
                <a:spcPts val="0"/>
              </a:spcAft>
              <a:buClr>
                <a:schemeClr val="accent3"/>
              </a:buClr>
              <a:buSzPts val="1600"/>
              <a:buNone/>
              <a:defRPr b="1" sz="1600">
                <a:solidFill>
                  <a:schemeClr val="accent3"/>
                </a:solidFill>
              </a:defRPr>
            </a:lvl5pPr>
            <a:lvl6pPr lvl="5" algn="ctr">
              <a:spcBef>
                <a:spcPts val="0"/>
              </a:spcBef>
              <a:spcAft>
                <a:spcPts val="0"/>
              </a:spcAft>
              <a:buClr>
                <a:schemeClr val="accent3"/>
              </a:buClr>
              <a:buSzPts val="1600"/>
              <a:buNone/>
              <a:defRPr b="1" sz="1600">
                <a:solidFill>
                  <a:schemeClr val="accent3"/>
                </a:solidFill>
              </a:defRPr>
            </a:lvl6pPr>
            <a:lvl7pPr lvl="6" algn="ctr">
              <a:spcBef>
                <a:spcPts val="0"/>
              </a:spcBef>
              <a:spcAft>
                <a:spcPts val="0"/>
              </a:spcAft>
              <a:buClr>
                <a:schemeClr val="accent3"/>
              </a:buClr>
              <a:buSzPts val="1600"/>
              <a:buNone/>
              <a:defRPr b="1" sz="1600">
                <a:solidFill>
                  <a:schemeClr val="accent3"/>
                </a:solidFill>
              </a:defRPr>
            </a:lvl7pPr>
            <a:lvl8pPr lvl="7" algn="ctr">
              <a:spcBef>
                <a:spcPts val="0"/>
              </a:spcBef>
              <a:spcAft>
                <a:spcPts val="0"/>
              </a:spcAft>
              <a:buClr>
                <a:schemeClr val="accent3"/>
              </a:buClr>
              <a:buSzPts val="1600"/>
              <a:buNone/>
              <a:defRPr b="1" sz="1600">
                <a:solidFill>
                  <a:schemeClr val="accent3"/>
                </a:solidFill>
              </a:defRPr>
            </a:lvl8pPr>
            <a:lvl9pPr lvl="8" algn="ctr">
              <a:spcBef>
                <a:spcPts val="0"/>
              </a:spcBef>
              <a:spcAft>
                <a:spcPts val="0"/>
              </a:spcAft>
              <a:buClr>
                <a:schemeClr val="accent3"/>
              </a:buClr>
              <a:buSzPts val="1600"/>
              <a:buNone/>
              <a:defRPr b="1" sz="1600">
                <a:solidFill>
                  <a:schemeClr val="accent3"/>
                </a:solidFill>
              </a:defRPr>
            </a:lvl9pPr>
          </a:lstStyle>
          <a:p/>
        </p:txBody>
      </p:sp>
      <p:sp>
        <p:nvSpPr>
          <p:cNvPr id="664" name="Google Shape;664;p64"/>
          <p:cNvSpPr txBox="1"/>
          <p:nvPr>
            <p:ph idx="25" type="subTitle"/>
          </p:nvPr>
        </p:nvSpPr>
        <p:spPr>
          <a:xfrm>
            <a:off x="7605089" y="2027390"/>
            <a:ext cx="314100" cy="338700"/>
          </a:xfrm>
          <a:prstGeom prst="rect">
            <a:avLst/>
          </a:prstGeom>
        </p:spPr>
        <p:txBody>
          <a:bodyPr anchorCtr="0" anchor="t" bIns="0" lIns="0" spcFirstLastPara="1" rIns="0" wrap="square" tIns="0">
            <a:noAutofit/>
          </a:bodyPr>
          <a:lstStyle>
            <a:lvl1pPr lvl="0" algn="ctr">
              <a:spcBef>
                <a:spcPts val="0"/>
              </a:spcBef>
              <a:spcAft>
                <a:spcPts val="0"/>
              </a:spcAft>
              <a:buClr>
                <a:schemeClr val="accent3"/>
              </a:buClr>
              <a:buSzPts val="1600"/>
              <a:buFont typeface="Urbanist"/>
              <a:buNone/>
              <a:defRPr b="1">
                <a:solidFill>
                  <a:schemeClr val="accent3"/>
                </a:solidFill>
              </a:defRPr>
            </a:lvl1pPr>
            <a:lvl2pPr lvl="1" algn="ctr">
              <a:spcBef>
                <a:spcPts val="0"/>
              </a:spcBef>
              <a:spcAft>
                <a:spcPts val="0"/>
              </a:spcAft>
              <a:buClr>
                <a:schemeClr val="accent3"/>
              </a:buClr>
              <a:buSzPts val="1600"/>
              <a:buNone/>
              <a:defRPr b="1" sz="1600">
                <a:solidFill>
                  <a:schemeClr val="accent3"/>
                </a:solidFill>
              </a:defRPr>
            </a:lvl2pPr>
            <a:lvl3pPr lvl="2" algn="ctr">
              <a:spcBef>
                <a:spcPts val="0"/>
              </a:spcBef>
              <a:spcAft>
                <a:spcPts val="0"/>
              </a:spcAft>
              <a:buClr>
                <a:schemeClr val="accent3"/>
              </a:buClr>
              <a:buSzPts val="1600"/>
              <a:buNone/>
              <a:defRPr b="1" sz="1600">
                <a:solidFill>
                  <a:schemeClr val="accent3"/>
                </a:solidFill>
              </a:defRPr>
            </a:lvl3pPr>
            <a:lvl4pPr lvl="3" algn="ctr">
              <a:spcBef>
                <a:spcPts val="0"/>
              </a:spcBef>
              <a:spcAft>
                <a:spcPts val="0"/>
              </a:spcAft>
              <a:buClr>
                <a:schemeClr val="accent3"/>
              </a:buClr>
              <a:buSzPts val="1600"/>
              <a:buNone/>
              <a:defRPr b="1" sz="1600">
                <a:solidFill>
                  <a:schemeClr val="accent3"/>
                </a:solidFill>
              </a:defRPr>
            </a:lvl4pPr>
            <a:lvl5pPr lvl="4" algn="ctr">
              <a:spcBef>
                <a:spcPts val="0"/>
              </a:spcBef>
              <a:spcAft>
                <a:spcPts val="0"/>
              </a:spcAft>
              <a:buClr>
                <a:schemeClr val="accent3"/>
              </a:buClr>
              <a:buSzPts val="1600"/>
              <a:buNone/>
              <a:defRPr b="1" sz="1600">
                <a:solidFill>
                  <a:schemeClr val="accent3"/>
                </a:solidFill>
              </a:defRPr>
            </a:lvl5pPr>
            <a:lvl6pPr lvl="5" algn="ctr">
              <a:spcBef>
                <a:spcPts val="0"/>
              </a:spcBef>
              <a:spcAft>
                <a:spcPts val="0"/>
              </a:spcAft>
              <a:buClr>
                <a:schemeClr val="accent3"/>
              </a:buClr>
              <a:buSzPts val="1600"/>
              <a:buNone/>
              <a:defRPr b="1" sz="1600">
                <a:solidFill>
                  <a:schemeClr val="accent3"/>
                </a:solidFill>
              </a:defRPr>
            </a:lvl6pPr>
            <a:lvl7pPr lvl="6" algn="ctr">
              <a:spcBef>
                <a:spcPts val="0"/>
              </a:spcBef>
              <a:spcAft>
                <a:spcPts val="0"/>
              </a:spcAft>
              <a:buClr>
                <a:schemeClr val="accent3"/>
              </a:buClr>
              <a:buSzPts val="1600"/>
              <a:buNone/>
              <a:defRPr b="1" sz="1600">
                <a:solidFill>
                  <a:schemeClr val="accent3"/>
                </a:solidFill>
              </a:defRPr>
            </a:lvl7pPr>
            <a:lvl8pPr lvl="7" algn="ctr">
              <a:spcBef>
                <a:spcPts val="0"/>
              </a:spcBef>
              <a:spcAft>
                <a:spcPts val="0"/>
              </a:spcAft>
              <a:buClr>
                <a:schemeClr val="accent3"/>
              </a:buClr>
              <a:buSzPts val="1600"/>
              <a:buNone/>
              <a:defRPr b="1" sz="1600">
                <a:solidFill>
                  <a:schemeClr val="accent3"/>
                </a:solidFill>
              </a:defRPr>
            </a:lvl8pPr>
            <a:lvl9pPr lvl="8" algn="ctr">
              <a:spcBef>
                <a:spcPts val="0"/>
              </a:spcBef>
              <a:spcAft>
                <a:spcPts val="0"/>
              </a:spcAft>
              <a:buClr>
                <a:schemeClr val="accent3"/>
              </a:buClr>
              <a:buSzPts val="1600"/>
              <a:buNone/>
              <a:defRPr b="1" sz="1600">
                <a:solidFill>
                  <a:schemeClr val="accent3"/>
                </a:solidFill>
              </a:defRPr>
            </a:lvl9pPr>
          </a:lstStyle>
          <a:p/>
        </p:txBody>
      </p:sp>
      <p:sp>
        <p:nvSpPr>
          <p:cNvPr id="665" name="Google Shape;665;p64"/>
          <p:cNvSpPr txBox="1"/>
          <p:nvPr>
            <p:ph idx="26" type="body"/>
          </p:nvPr>
        </p:nvSpPr>
        <p:spPr>
          <a:xfrm>
            <a:off x="7450350" y="2952175"/>
            <a:ext cx="1458000" cy="812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666" name="Google Shape;666;p64"/>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667" name="Google Shape;667;p64"/>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trics ">
  <p:cSld name="CUSTOM_5">
    <p:spTree>
      <p:nvGrpSpPr>
        <p:cNvPr id="668" name="Shape 668"/>
        <p:cNvGrpSpPr/>
        <p:nvPr/>
      </p:nvGrpSpPr>
      <p:grpSpPr>
        <a:xfrm>
          <a:off x="0" y="0"/>
          <a:ext cx="0" cy="0"/>
          <a:chOff x="0" y="0"/>
          <a:chExt cx="0" cy="0"/>
        </a:xfrm>
      </p:grpSpPr>
      <p:sp>
        <p:nvSpPr>
          <p:cNvPr id="669" name="Google Shape;669;p65"/>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670" name="Google Shape;670;p65"/>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671" name="Google Shape;671;p65"/>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672" name="Google Shape;672;p65"/>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673" name="Google Shape;673;p65"/>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674" name="Google Shape;674;p65"/>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675" name="Google Shape;675;p65"/>
          <p:cNvSpPr txBox="1"/>
          <p:nvPr>
            <p:ph idx="4" type="subTitle"/>
          </p:nvPr>
        </p:nvSpPr>
        <p:spPr>
          <a:xfrm>
            <a:off x="6314800" y="458325"/>
            <a:ext cx="2294700" cy="330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6" name="Google Shape;676;p65"/>
          <p:cNvSpPr txBox="1"/>
          <p:nvPr>
            <p:ph type="title"/>
          </p:nvPr>
        </p:nvSpPr>
        <p:spPr>
          <a:xfrm>
            <a:off x="237650" y="746900"/>
            <a:ext cx="2834700" cy="25908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3000"/>
              <a:buFont typeface="Urbanist"/>
              <a:buNone/>
              <a:defRPr>
                <a:latin typeface="Urbanist"/>
                <a:ea typeface="Urbanist"/>
                <a:cs typeface="Urbanist"/>
                <a:sym typeface="Urbanist"/>
              </a:defRPr>
            </a:lvl1pPr>
            <a:lvl2pPr lvl="1">
              <a:spcBef>
                <a:spcPts val="0"/>
              </a:spcBef>
              <a:spcAft>
                <a:spcPts val="0"/>
              </a:spcAft>
              <a:buClr>
                <a:schemeClr val="lt1"/>
              </a:buClr>
              <a:buSzPts val="3000"/>
              <a:buFont typeface="Urbanist"/>
              <a:buNone/>
              <a:defRPr/>
            </a:lvl2pPr>
            <a:lvl3pPr lvl="2">
              <a:spcBef>
                <a:spcPts val="0"/>
              </a:spcBef>
              <a:spcAft>
                <a:spcPts val="0"/>
              </a:spcAft>
              <a:buClr>
                <a:schemeClr val="lt1"/>
              </a:buClr>
              <a:buSzPts val="3000"/>
              <a:buFont typeface="Urbanist"/>
              <a:buNone/>
              <a:defRPr/>
            </a:lvl3pPr>
            <a:lvl4pPr lvl="3">
              <a:spcBef>
                <a:spcPts val="0"/>
              </a:spcBef>
              <a:spcAft>
                <a:spcPts val="0"/>
              </a:spcAft>
              <a:buClr>
                <a:schemeClr val="lt1"/>
              </a:buClr>
              <a:buSzPts val="3000"/>
              <a:buFont typeface="Urbanist"/>
              <a:buNone/>
              <a:defRPr/>
            </a:lvl4pPr>
            <a:lvl5pPr lvl="4">
              <a:spcBef>
                <a:spcPts val="0"/>
              </a:spcBef>
              <a:spcAft>
                <a:spcPts val="0"/>
              </a:spcAft>
              <a:buClr>
                <a:schemeClr val="lt1"/>
              </a:buClr>
              <a:buSzPts val="3000"/>
              <a:buFont typeface="Urbanist"/>
              <a:buNone/>
              <a:defRPr/>
            </a:lvl5pPr>
            <a:lvl6pPr lvl="5">
              <a:spcBef>
                <a:spcPts val="0"/>
              </a:spcBef>
              <a:spcAft>
                <a:spcPts val="0"/>
              </a:spcAft>
              <a:buClr>
                <a:schemeClr val="lt1"/>
              </a:buClr>
              <a:buSzPts val="3000"/>
              <a:buFont typeface="Urbanist"/>
              <a:buNone/>
              <a:defRPr/>
            </a:lvl6pPr>
            <a:lvl7pPr lvl="6">
              <a:spcBef>
                <a:spcPts val="0"/>
              </a:spcBef>
              <a:spcAft>
                <a:spcPts val="0"/>
              </a:spcAft>
              <a:buClr>
                <a:schemeClr val="lt1"/>
              </a:buClr>
              <a:buSzPts val="3000"/>
              <a:buFont typeface="Urbanist"/>
              <a:buNone/>
              <a:defRPr/>
            </a:lvl7pPr>
            <a:lvl8pPr lvl="7">
              <a:spcBef>
                <a:spcPts val="0"/>
              </a:spcBef>
              <a:spcAft>
                <a:spcPts val="0"/>
              </a:spcAft>
              <a:buClr>
                <a:schemeClr val="lt1"/>
              </a:buClr>
              <a:buSzPts val="3000"/>
              <a:buFont typeface="Urbanist"/>
              <a:buNone/>
              <a:defRPr/>
            </a:lvl8pPr>
            <a:lvl9pPr lvl="8">
              <a:spcBef>
                <a:spcPts val="0"/>
              </a:spcBef>
              <a:spcAft>
                <a:spcPts val="0"/>
              </a:spcAft>
              <a:buClr>
                <a:schemeClr val="lt1"/>
              </a:buClr>
              <a:buSzPts val="3000"/>
              <a:buFont typeface="Urbanist"/>
              <a:buNone/>
              <a:defRPr/>
            </a:lvl9pPr>
          </a:lstStyle>
          <a:p/>
        </p:txBody>
      </p:sp>
      <p:sp>
        <p:nvSpPr>
          <p:cNvPr id="677" name="Google Shape;677;p65"/>
          <p:cNvSpPr txBox="1"/>
          <p:nvPr>
            <p:ph idx="5" type="subTitle"/>
          </p:nvPr>
        </p:nvSpPr>
        <p:spPr>
          <a:xfrm>
            <a:off x="229175" y="229175"/>
            <a:ext cx="2834700" cy="330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a:buNone/>
              <a:defRPr sz="1200"/>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678" name="Google Shape;678;p65"/>
          <p:cNvSpPr txBox="1"/>
          <p:nvPr>
            <p:ph idx="6" type="subTitle"/>
          </p:nvPr>
        </p:nvSpPr>
        <p:spPr>
          <a:xfrm>
            <a:off x="3437500" y="882725"/>
            <a:ext cx="2294700" cy="500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a:buNone/>
              <a:defRPr sz="1200"/>
            </a:lvl1pPr>
            <a:lvl2pPr lvl="1">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679" name="Google Shape;679;p65"/>
          <p:cNvSpPr txBox="1"/>
          <p:nvPr>
            <p:ph idx="7" type="title"/>
          </p:nvPr>
        </p:nvSpPr>
        <p:spPr>
          <a:xfrm>
            <a:off x="3611850" y="1848195"/>
            <a:ext cx="1924200" cy="594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6200"/>
              <a:buNone/>
              <a:defRPr sz="6200"/>
            </a:lvl1pPr>
            <a:lvl2pPr lvl="1">
              <a:spcBef>
                <a:spcPts val="0"/>
              </a:spcBef>
              <a:spcAft>
                <a:spcPts val="0"/>
              </a:spcAft>
              <a:buClr>
                <a:schemeClr val="lt1"/>
              </a:buClr>
              <a:buSzPts val="6200"/>
              <a:buNone/>
              <a:defRPr sz="6200"/>
            </a:lvl2pPr>
            <a:lvl3pPr lvl="2">
              <a:spcBef>
                <a:spcPts val="0"/>
              </a:spcBef>
              <a:spcAft>
                <a:spcPts val="0"/>
              </a:spcAft>
              <a:buClr>
                <a:schemeClr val="lt1"/>
              </a:buClr>
              <a:buSzPts val="6200"/>
              <a:buNone/>
              <a:defRPr sz="6200"/>
            </a:lvl3pPr>
            <a:lvl4pPr lvl="3">
              <a:spcBef>
                <a:spcPts val="0"/>
              </a:spcBef>
              <a:spcAft>
                <a:spcPts val="0"/>
              </a:spcAft>
              <a:buClr>
                <a:schemeClr val="lt1"/>
              </a:buClr>
              <a:buSzPts val="6200"/>
              <a:buNone/>
              <a:defRPr sz="6200"/>
            </a:lvl4pPr>
            <a:lvl5pPr lvl="4">
              <a:spcBef>
                <a:spcPts val="0"/>
              </a:spcBef>
              <a:spcAft>
                <a:spcPts val="0"/>
              </a:spcAft>
              <a:buClr>
                <a:schemeClr val="lt1"/>
              </a:buClr>
              <a:buSzPts val="6200"/>
              <a:buNone/>
              <a:defRPr sz="6200"/>
            </a:lvl5pPr>
            <a:lvl6pPr lvl="5">
              <a:spcBef>
                <a:spcPts val="0"/>
              </a:spcBef>
              <a:spcAft>
                <a:spcPts val="0"/>
              </a:spcAft>
              <a:buClr>
                <a:schemeClr val="lt1"/>
              </a:buClr>
              <a:buSzPts val="6200"/>
              <a:buNone/>
              <a:defRPr sz="6200"/>
            </a:lvl6pPr>
            <a:lvl7pPr lvl="6">
              <a:spcBef>
                <a:spcPts val="0"/>
              </a:spcBef>
              <a:spcAft>
                <a:spcPts val="0"/>
              </a:spcAft>
              <a:buClr>
                <a:schemeClr val="lt1"/>
              </a:buClr>
              <a:buSzPts val="6200"/>
              <a:buNone/>
              <a:defRPr sz="6200"/>
            </a:lvl7pPr>
            <a:lvl8pPr lvl="7">
              <a:spcBef>
                <a:spcPts val="0"/>
              </a:spcBef>
              <a:spcAft>
                <a:spcPts val="0"/>
              </a:spcAft>
              <a:buClr>
                <a:schemeClr val="lt1"/>
              </a:buClr>
              <a:buSzPts val="6200"/>
              <a:buNone/>
              <a:defRPr sz="6200"/>
            </a:lvl8pPr>
            <a:lvl9pPr lvl="8">
              <a:spcBef>
                <a:spcPts val="0"/>
              </a:spcBef>
              <a:spcAft>
                <a:spcPts val="0"/>
              </a:spcAft>
              <a:buClr>
                <a:schemeClr val="lt1"/>
              </a:buClr>
              <a:buSzPts val="6200"/>
              <a:buNone/>
              <a:defRPr sz="6200"/>
            </a:lvl9pPr>
          </a:lstStyle>
          <a:p/>
        </p:txBody>
      </p:sp>
      <p:sp>
        <p:nvSpPr>
          <p:cNvPr id="680" name="Google Shape;680;p65"/>
          <p:cNvSpPr txBox="1"/>
          <p:nvPr>
            <p:ph idx="8" type="title"/>
          </p:nvPr>
        </p:nvSpPr>
        <p:spPr>
          <a:xfrm>
            <a:off x="3611850" y="3250202"/>
            <a:ext cx="1920300" cy="594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6200"/>
              <a:buFont typeface="Urbanist"/>
              <a:buNone/>
              <a:defRPr sz="6200">
                <a:latin typeface="Urbanist"/>
                <a:ea typeface="Urbanist"/>
                <a:cs typeface="Urbanist"/>
                <a:sym typeface="Urbanist"/>
              </a:defRPr>
            </a:lvl1pPr>
            <a:lvl2pPr lvl="1">
              <a:spcBef>
                <a:spcPts val="0"/>
              </a:spcBef>
              <a:spcAft>
                <a:spcPts val="0"/>
              </a:spcAft>
              <a:buClr>
                <a:schemeClr val="lt1"/>
              </a:buClr>
              <a:buSzPts val="3000"/>
              <a:buFont typeface="Urbanist"/>
              <a:buNone/>
              <a:defRPr/>
            </a:lvl2pPr>
            <a:lvl3pPr lvl="2">
              <a:spcBef>
                <a:spcPts val="0"/>
              </a:spcBef>
              <a:spcAft>
                <a:spcPts val="0"/>
              </a:spcAft>
              <a:buClr>
                <a:schemeClr val="lt1"/>
              </a:buClr>
              <a:buSzPts val="3000"/>
              <a:buFont typeface="Urbanist"/>
              <a:buNone/>
              <a:defRPr/>
            </a:lvl3pPr>
            <a:lvl4pPr lvl="3">
              <a:spcBef>
                <a:spcPts val="0"/>
              </a:spcBef>
              <a:spcAft>
                <a:spcPts val="0"/>
              </a:spcAft>
              <a:buClr>
                <a:schemeClr val="lt1"/>
              </a:buClr>
              <a:buSzPts val="3000"/>
              <a:buFont typeface="Urbanist"/>
              <a:buNone/>
              <a:defRPr/>
            </a:lvl4pPr>
            <a:lvl5pPr lvl="4">
              <a:spcBef>
                <a:spcPts val="0"/>
              </a:spcBef>
              <a:spcAft>
                <a:spcPts val="0"/>
              </a:spcAft>
              <a:buClr>
                <a:schemeClr val="lt1"/>
              </a:buClr>
              <a:buSzPts val="3000"/>
              <a:buFont typeface="Urbanist"/>
              <a:buNone/>
              <a:defRPr/>
            </a:lvl5pPr>
            <a:lvl6pPr lvl="5">
              <a:spcBef>
                <a:spcPts val="0"/>
              </a:spcBef>
              <a:spcAft>
                <a:spcPts val="0"/>
              </a:spcAft>
              <a:buClr>
                <a:schemeClr val="lt1"/>
              </a:buClr>
              <a:buSzPts val="3000"/>
              <a:buFont typeface="Urbanist"/>
              <a:buNone/>
              <a:defRPr/>
            </a:lvl6pPr>
            <a:lvl7pPr lvl="6">
              <a:spcBef>
                <a:spcPts val="0"/>
              </a:spcBef>
              <a:spcAft>
                <a:spcPts val="0"/>
              </a:spcAft>
              <a:buClr>
                <a:schemeClr val="lt1"/>
              </a:buClr>
              <a:buSzPts val="3000"/>
              <a:buFont typeface="Urbanist"/>
              <a:buNone/>
              <a:defRPr/>
            </a:lvl7pPr>
            <a:lvl8pPr lvl="7">
              <a:spcBef>
                <a:spcPts val="0"/>
              </a:spcBef>
              <a:spcAft>
                <a:spcPts val="0"/>
              </a:spcAft>
              <a:buClr>
                <a:schemeClr val="lt1"/>
              </a:buClr>
              <a:buSzPts val="3000"/>
              <a:buFont typeface="Urbanist"/>
              <a:buNone/>
              <a:defRPr/>
            </a:lvl8pPr>
            <a:lvl9pPr lvl="8">
              <a:spcBef>
                <a:spcPts val="0"/>
              </a:spcBef>
              <a:spcAft>
                <a:spcPts val="0"/>
              </a:spcAft>
              <a:buClr>
                <a:schemeClr val="lt1"/>
              </a:buClr>
              <a:buSzPts val="3000"/>
              <a:buFont typeface="Urbanist"/>
              <a:buNone/>
              <a:defRPr/>
            </a:lvl9pPr>
          </a:lstStyle>
          <a:p/>
        </p:txBody>
      </p:sp>
      <p:sp>
        <p:nvSpPr>
          <p:cNvPr id="681" name="Google Shape;681;p65"/>
          <p:cNvSpPr txBox="1"/>
          <p:nvPr>
            <p:ph idx="9" type="subTitle"/>
          </p:nvPr>
        </p:nvSpPr>
        <p:spPr>
          <a:xfrm>
            <a:off x="3611850" y="2707575"/>
            <a:ext cx="2120400" cy="168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000"/>
              <a:buFont typeface="Urbanist"/>
              <a:buNone/>
              <a:defRPr sz="1000"/>
            </a:lvl1pPr>
            <a:lvl2pPr lvl="1">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682" name="Google Shape;682;p65"/>
          <p:cNvSpPr txBox="1"/>
          <p:nvPr>
            <p:ph idx="13" type="subTitle"/>
          </p:nvPr>
        </p:nvSpPr>
        <p:spPr>
          <a:xfrm>
            <a:off x="3611850" y="4076800"/>
            <a:ext cx="2120400" cy="168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000"/>
              <a:buFont typeface="Urbanist"/>
              <a:buNone/>
              <a:defRPr sz="1000"/>
            </a:lvl1pPr>
            <a:lvl2pPr lvl="1">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683" name="Google Shape;683;p65"/>
          <p:cNvSpPr txBox="1"/>
          <p:nvPr>
            <p:ph idx="14" type="subTitle"/>
          </p:nvPr>
        </p:nvSpPr>
        <p:spPr>
          <a:xfrm>
            <a:off x="6258900" y="3267725"/>
            <a:ext cx="2478300" cy="500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a:buNone/>
              <a:defRPr sz="1200"/>
            </a:lvl1pPr>
            <a:lvl2pPr lvl="1">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684" name="Google Shape;684;p65"/>
          <p:cNvSpPr txBox="1"/>
          <p:nvPr>
            <p:ph idx="15" type="subTitle"/>
          </p:nvPr>
        </p:nvSpPr>
        <p:spPr>
          <a:xfrm>
            <a:off x="6258900" y="3955225"/>
            <a:ext cx="2478300" cy="3300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1600"/>
              <a:buFont typeface="Urbanist"/>
              <a:buNone/>
              <a:defRPr b="1" u="sng">
                <a:solidFill>
                  <a:schemeClr val="accent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685" name="Shape 685"/>
        <p:cNvGrpSpPr/>
        <p:nvPr/>
      </p:nvGrpSpPr>
      <p:grpSpPr>
        <a:xfrm>
          <a:off x="0" y="0"/>
          <a:ext cx="0" cy="0"/>
          <a:chOff x="0" y="0"/>
          <a:chExt cx="0" cy="0"/>
        </a:xfrm>
      </p:grpSpPr>
      <p:sp>
        <p:nvSpPr>
          <p:cNvPr id="686" name="Google Shape;686;p66"/>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687" name="Google Shape;687;p66"/>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688" name="Shape 688"/>
        <p:cNvGrpSpPr/>
        <p:nvPr/>
      </p:nvGrpSpPr>
      <p:grpSpPr>
        <a:xfrm>
          <a:off x="0" y="0"/>
          <a:ext cx="0" cy="0"/>
          <a:chOff x="0" y="0"/>
          <a:chExt cx="0" cy="0"/>
        </a:xfrm>
      </p:grpSpPr>
      <p:sp>
        <p:nvSpPr>
          <p:cNvPr id="689" name="Google Shape;689;p67"/>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690" name="Shape 690"/>
        <p:cNvGrpSpPr/>
        <p:nvPr/>
      </p:nvGrpSpPr>
      <p:grpSpPr>
        <a:xfrm>
          <a:off x="0" y="0"/>
          <a:ext cx="0" cy="0"/>
          <a:chOff x="0" y="0"/>
          <a:chExt cx="0" cy="0"/>
        </a:xfrm>
      </p:grpSpPr>
      <p:sp>
        <p:nvSpPr>
          <p:cNvPr id="691" name="Google Shape;691;p6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692" name="Google Shape;692;p6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693" name="Shape 693"/>
        <p:cNvGrpSpPr/>
        <p:nvPr/>
      </p:nvGrpSpPr>
      <p:grpSpPr>
        <a:xfrm>
          <a:off x="0" y="0"/>
          <a:ext cx="0" cy="0"/>
          <a:chOff x="0" y="0"/>
          <a:chExt cx="0" cy="0"/>
        </a:xfrm>
      </p:grpSpPr>
      <p:sp>
        <p:nvSpPr>
          <p:cNvPr id="694" name="Google Shape;694;p6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695" name="Google Shape;695;p69"/>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696" name="Google Shape;696;p69"/>
          <p:cNvSpPr txBox="1"/>
          <p:nvPr>
            <p:ph idx="2" type="body"/>
          </p:nvPr>
        </p:nvSpPr>
        <p:spPr>
          <a:xfrm>
            <a:off x="4832400" y="1152475"/>
            <a:ext cx="3999900" cy="34164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697" name="Shape 697"/>
        <p:cNvGrpSpPr/>
        <p:nvPr/>
      </p:nvGrpSpPr>
      <p:grpSpPr>
        <a:xfrm>
          <a:off x="0" y="0"/>
          <a:ext cx="0" cy="0"/>
          <a:chOff x="0" y="0"/>
          <a:chExt cx="0" cy="0"/>
        </a:xfrm>
      </p:grpSpPr>
      <p:sp>
        <p:nvSpPr>
          <p:cNvPr id="698" name="Google Shape;698;p7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699" name="Shape 699"/>
        <p:cNvGrpSpPr/>
        <p:nvPr/>
      </p:nvGrpSpPr>
      <p:grpSpPr>
        <a:xfrm>
          <a:off x="0" y="0"/>
          <a:ext cx="0" cy="0"/>
          <a:chOff x="0" y="0"/>
          <a:chExt cx="0" cy="0"/>
        </a:xfrm>
      </p:grpSpPr>
      <p:sp>
        <p:nvSpPr>
          <p:cNvPr id="700" name="Google Shape;700;p71"/>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701" name="Google Shape;701;p71"/>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702" name="Shape 702"/>
        <p:cNvGrpSpPr/>
        <p:nvPr/>
      </p:nvGrpSpPr>
      <p:grpSpPr>
        <a:xfrm>
          <a:off x="0" y="0"/>
          <a:ext cx="0" cy="0"/>
          <a:chOff x="0" y="0"/>
          <a:chExt cx="0" cy="0"/>
        </a:xfrm>
      </p:grpSpPr>
      <p:sp>
        <p:nvSpPr>
          <p:cNvPr id="703" name="Google Shape;703;p72"/>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704" name="Shape 704"/>
        <p:cNvGrpSpPr/>
        <p:nvPr/>
      </p:nvGrpSpPr>
      <p:grpSpPr>
        <a:xfrm>
          <a:off x="0" y="0"/>
          <a:ext cx="0" cy="0"/>
          <a:chOff x="0" y="0"/>
          <a:chExt cx="0" cy="0"/>
        </a:xfrm>
      </p:grpSpPr>
      <p:sp>
        <p:nvSpPr>
          <p:cNvPr id="705" name="Google Shape;705;p73"/>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706" name="Google Shape;706;p73"/>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707" name="Google Shape;707;p73"/>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708" name="Shape 708"/>
        <p:cNvGrpSpPr/>
        <p:nvPr/>
      </p:nvGrpSpPr>
      <p:grpSpPr>
        <a:xfrm>
          <a:off x="0" y="0"/>
          <a:ext cx="0" cy="0"/>
          <a:chOff x="0" y="0"/>
          <a:chExt cx="0" cy="0"/>
        </a:xfrm>
      </p:grpSpPr>
      <p:sp>
        <p:nvSpPr>
          <p:cNvPr id="709" name="Google Shape;709;p74"/>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710" name="Shape 710"/>
        <p:cNvGrpSpPr/>
        <p:nvPr/>
      </p:nvGrpSpPr>
      <p:grpSpPr>
        <a:xfrm>
          <a:off x="0" y="0"/>
          <a:ext cx="0" cy="0"/>
          <a:chOff x="0" y="0"/>
          <a:chExt cx="0" cy="0"/>
        </a:xfrm>
      </p:grpSpPr>
      <p:sp>
        <p:nvSpPr>
          <p:cNvPr id="711" name="Google Shape;711;p75"/>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712" name="Google Shape;712;p75"/>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713" name="Shape 713"/>
        <p:cNvGrpSpPr/>
        <p:nvPr/>
      </p:nvGrpSpPr>
      <p:grpSpPr>
        <a:xfrm>
          <a:off x="0" y="0"/>
          <a:ext cx="0" cy="0"/>
          <a:chOff x="0" y="0"/>
          <a:chExt cx="0" cy="0"/>
        </a:xfrm>
      </p:grpSpPr>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714" name="Shape 714"/>
        <p:cNvGrpSpPr/>
        <p:nvPr/>
      </p:nvGrpSpPr>
      <p:grpSpPr>
        <a:xfrm>
          <a:off x="0" y="0"/>
          <a:ext cx="0" cy="0"/>
          <a:chOff x="0" y="0"/>
          <a:chExt cx="0" cy="0"/>
        </a:xfrm>
      </p:grpSpPr>
      <p:sp>
        <p:nvSpPr>
          <p:cNvPr id="715" name="Google Shape;715;p77"/>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716" name="Google Shape;716;p77"/>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717" name="Google Shape;717;p77"/>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718" name="Google Shape;718;p77"/>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719" name="Google Shape;719;p77"/>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720" name="Google Shape;720;p77"/>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721" name="Google Shape;721;p77"/>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722" name="Shape 722"/>
        <p:cNvGrpSpPr/>
        <p:nvPr/>
      </p:nvGrpSpPr>
      <p:grpSpPr>
        <a:xfrm>
          <a:off x="0" y="0"/>
          <a:ext cx="0" cy="0"/>
          <a:chOff x="0" y="0"/>
          <a:chExt cx="0" cy="0"/>
        </a:xfrm>
      </p:grpSpPr>
      <p:sp>
        <p:nvSpPr>
          <p:cNvPr id="723" name="Google Shape;723;p7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724" name="Google Shape;724;p78"/>
          <p:cNvSpPr txBox="1"/>
          <p:nvPr>
            <p:ph idx="1" type="body"/>
          </p:nvPr>
        </p:nvSpPr>
        <p:spPr>
          <a:xfrm>
            <a:off x="311700" y="1152475"/>
            <a:ext cx="4473900" cy="34164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725" name="Google Shape;725;p78"/>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726" name="Shape 726"/>
        <p:cNvGrpSpPr/>
        <p:nvPr/>
      </p:nvGrpSpPr>
      <p:grpSpPr>
        <a:xfrm>
          <a:off x="0" y="0"/>
          <a:ext cx="0" cy="0"/>
          <a:chOff x="0" y="0"/>
          <a:chExt cx="0" cy="0"/>
        </a:xfrm>
      </p:grpSpPr>
      <p:sp>
        <p:nvSpPr>
          <p:cNvPr id="727" name="Google Shape;727;p79"/>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728" name="Google Shape;728;p79"/>
          <p:cNvSpPr txBox="1"/>
          <p:nvPr>
            <p:ph idx="1" type="body"/>
          </p:nvPr>
        </p:nvSpPr>
        <p:spPr>
          <a:xfrm>
            <a:off x="483150" y="2237788"/>
            <a:ext cx="36198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729" name="Google Shape;729;p79"/>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730" name="Google Shape;730;p79"/>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731" name="Google Shape;731;p79"/>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732" name="Shape 732"/>
        <p:cNvGrpSpPr/>
        <p:nvPr/>
      </p:nvGrpSpPr>
      <p:grpSpPr>
        <a:xfrm>
          <a:off x="0" y="0"/>
          <a:ext cx="0" cy="0"/>
          <a:chOff x="0" y="0"/>
          <a:chExt cx="0" cy="0"/>
        </a:xfrm>
      </p:grpSpPr>
      <p:sp>
        <p:nvSpPr>
          <p:cNvPr id="733" name="Google Shape;733;p80"/>
          <p:cNvSpPr txBox="1"/>
          <p:nvPr>
            <p:ph idx="1" type="body"/>
          </p:nvPr>
        </p:nvSpPr>
        <p:spPr>
          <a:xfrm>
            <a:off x="483175" y="2417500"/>
            <a:ext cx="24555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734" name="Google Shape;734;p80"/>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735" name="Google Shape;735;p80"/>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736" name="Google Shape;736;p80"/>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737" name="Google Shape;737;p80"/>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738" name="Google Shape;738;p80"/>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739" name="Google Shape;739;p80"/>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740" name="Shape 740"/>
        <p:cNvGrpSpPr/>
        <p:nvPr/>
      </p:nvGrpSpPr>
      <p:grpSpPr>
        <a:xfrm>
          <a:off x="0" y="0"/>
          <a:ext cx="0" cy="0"/>
          <a:chOff x="0" y="0"/>
          <a:chExt cx="0" cy="0"/>
        </a:xfrm>
      </p:grpSpPr>
      <p:sp>
        <p:nvSpPr>
          <p:cNvPr id="741" name="Google Shape;741;p81"/>
          <p:cNvSpPr txBox="1"/>
          <p:nvPr>
            <p:ph idx="1" type="body"/>
          </p:nvPr>
        </p:nvSpPr>
        <p:spPr>
          <a:xfrm>
            <a:off x="366725" y="1759093"/>
            <a:ext cx="3838500" cy="11385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742" name="Google Shape;742;p81"/>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743" name="Google Shape;743;p81"/>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744" name="Google Shape;744;p81"/>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745" name="Google Shape;745;p81"/>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746" name="Google Shape;746;p81"/>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747" name="Google Shape;747;p81"/>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748" name="Google Shape;748;p81"/>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749" name="Google Shape;749;p81"/>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750" name="Shape 750"/>
        <p:cNvGrpSpPr/>
        <p:nvPr/>
      </p:nvGrpSpPr>
      <p:grpSpPr>
        <a:xfrm>
          <a:off x="0" y="0"/>
          <a:ext cx="0" cy="0"/>
          <a:chOff x="0" y="0"/>
          <a:chExt cx="0" cy="0"/>
        </a:xfrm>
      </p:grpSpPr>
      <p:sp>
        <p:nvSpPr>
          <p:cNvPr id="751" name="Google Shape;751;p8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752" name="Google Shape;752;p82"/>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753" name="Shape 753"/>
        <p:cNvGrpSpPr/>
        <p:nvPr/>
      </p:nvGrpSpPr>
      <p:grpSpPr>
        <a:xfrm>
          <a:off x="0" y="0"/>
          <a:ext cx="0" cy="0"/>
          <a:chOff x="0" y="0"/>
          <a:chExt cx="0" cy="0"/>
        </a:xfrm>
      </p:grpSpPr>
      <p:sp>
        <p:nvSpPr>
          <p:cNvPr id="754" name="Google Shape;754;p83"/>
          <p:cNvSpPr txBox="1"/>
          <p:nvPr>
            <p:ph idx="1" type="body"/>
          </p:nvPr>
        </p:nvSpPr>
        <p:spPr>
          <a:xfrm>
            <a:off x="311700" y="4080225"/>
            <a:ext cx="4027500" cy="9261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755" name="Google Shape;755;p83"/>
          <p:cNvSpPr/>
          <p:nvPr>
            <p:ph idx="2" type="pic"/>
          </p:nvPr>
        </p:nvSpPr>
        <p:spPr>
          <a:xfrm>
            <a:off x="4804825" y="1133300"/>
            <a:ext cx="4027500" cy="2392800"/>
          </a:xfrm>
          <a:prstGeom prst="rect">
            <a:avLst/>
          </a:prstGeom>
          <a:noFill/>
          <a:ln>
            <a:noFill/>
          </a:ln>
        </p:spPr>
      </p:sp>
      <p:sp>
        <p:nvSpPr>
          <p:cNvPr id="756" name="Google Shape;756;p83"/>
          <p:cNvSpPr/>
          <p:nvPr>
            <p:ph idx="3" type="pic"/>
          </p:nvPr>
        </p:nvSpPr>
        <p:spPr>
          <a:xfrm>
            <a:off x="311725" y="1133300"/>
            <a:ext cx="4027500" cy="2392800"/>
          </a:xfrm>
          <a:prstGeom prst="rect">
            <a:avLst/>
          </a:prstGeom>
          <a:noFill/>
          <a:ln>
            <a:noFill/>
          </a:ln>
        </p:spPr>
      </p:sp>
      <p:sp>
        <p:nvSpPr>
          <p:cNvPr id="757" name="Google Shape;757;p83"/>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758" name="Google Shape;758;p8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759" name="Google Shape;759;p83"/>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760" name="Google Shape;760;p83"/>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761" name="Shape 761"/>
        <p:cNvGrpSpPr/>
        <p:nvPr/>
      </p:nvGrpSpPr>
      <p:grpSpPr>
        <a:xfrm>
          <a:off x="0" y="0"/>
          <a:ext cx="0" cy="0"/>
          <a:chOff x="0" y="0"/>
          <a:chExt cx="0" cy="0"/>
        </a:xfrm>
      </p:grpSpPr>
      <p:sp>
        <p:nvSpPr>
          <p:cNvPr id="762" name="Google Shape;762;p84"/>
          <p:cNvSpPr txBox="1"/>
          <p:nvPr>
            <p:ph idx="1" type="body"/>
          </p:nvPr>
        </p:nvSpPr>
        <p:spPr>
          <a:xfrm>
            <a:off x="311700" y="3911700"/>
            <a:ext cx="2627100" cy="10185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763" name="Google Shape;763;p84"/>
          <p:cNvSpPr/>
          <p:nvPr>
            <p:ph idx="2" type="pic"/>
          </p:nvPr>
        </p:nvSpPr>
        <p:spPr>
          <a:xfrm>
            <a:off x="6205225" y="1128325"/>
            <a:ext cx="2627100" cy="2273100"/>
          </a:xfrm>
          <a:prstGeom prst="rect">
            <a:avLst/>
          </a:prstGeom>
          <a:noFill/>
          <a:ln>
            <a:noFill/>
          </a:ln>
        </p:spPr>
      </p:sp>
      <p:sp>
        <p:nvSpPr>
          <p:cNvPr id="764" name="Google Shape;764;p84"/>
          <p:cNvSpPr/>
          <p:nvPr>
            <p:ph idx="3" type="pic"/>
          </p:nvPr>
        </p:nvSpPr>
        <p:spPr>
          <a:xfrm>
            <a:off x="311725" y="1128325"/>
            <a:ext cx="2627100" cy="2273100"/>
          </a:xfrm>
          <a:prstGeom prst="rect">
            <a:avLst/>
          </a:prstGeom>
          <a:noFill/>
          <a:ln>
            <a:noFill/>
          </a:ln>
        </p:spPr>
      </p:sp>
      <p:sp>
        <p:nvSpPr>
          <p:cNvPr id="765" name="Google Shape;765;p84"/>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766" name="Google Shape;766;p84"/>
          <p:cNvSpPr/>
          <p:nvPr>
            <p:ph idx="5" type="pic"/>
          </p:nvPr>
        </p:nvSpPr>
        <p:spPr>
          <a:xfrm>
            <a:off x="3255250" y="1128325"/>
            <a:ext cx="2627100" cy="2273100"/>
          </a:xfrm>
          <a:prstGeom prst="rect">
            <a:avLst/>
          </a:prstGeom>
          <a:noFill/>
          <a:ln>
            <a:noFill/>
          </a:ln>
        </p:spPr>
      </p:sp>
      <p:sp>
        <p:nvSpPr>
          <p:cNvPr id="767" name="Google Shape;767;p84"/>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768" name="Google Shape;768;p8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769" name="Google Shape;769;p84"/>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770" name="Google Shape;770;p84"/>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771" name="Google Shape;771;p84"/>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772" name="Shape 772"/>
        <p:cNvGrpSpPr/>
        <p:nvPr/>
      </p:nvGrpSpPr>
      <p:grpSpPr>
        <a:xfrm>
          <a:off x="0" y="0"/>
          <a:ext cx="0" cy="0"/>
          <a:chOff x="0" y="0"/>
          <a:chExt cx="0" cy="0"/>
        </a:xfrm>
      </p:grpSpPr>
      <p:sp>
        <p:nvSpPr>
          <p:cNvPr id="773" name="Google Shape;773;p85"/>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774" name="Shape 774"/>
        <p:cNvGrpSpPr/>
        <p:nvPr/>
      </p:nvGrpSpPr>
      <p:grpSpPr>
        <a:xfrm>
          <a:off x="0" y="0"/>
          <a:ext cx="0" cy="0"/>
          <a:chOff x="0" y="0"/>
          <a:chExt cx="0" cy="0"/>
        </a:xfrm>
      </p:grpSpPr>
      <p:sp>
        <p:nvSpPr>
          <p:cNvPr id="775" name="Google Shape;775;p86"/>
          <p:cNvSpPr/>
          <p:nvPr>
            <p:ph idx="2" type="pic"/>
          </p:nvPr>
        </p:nvSpPr>
        <p:spPr>
          <a:xfrm>
            <a:off x="3389600" y="118913"/>
            <a:ext cx="1643700" cy="1535100"/>
          </a:xfrm>
          <a:prstGeom prst="rect">
            <a:avLst/>
          </a:prstGeom>
          <a:noFill/>
          <a:ln>
            <a:noFill/>
          </a:ln>
        </p:spPr>
      </p:sp>
      <p:sp>
        <p:nvSpPr>
          <p:cNvPr id="776" name="Google Shape;776;p86"/>
          <p:cNvSpPr/>
          <p:nvPr>
            <p:ph idx="3" type="pic"/>
          </p:nvPr>
        </p:nvSpPr>
        <p:spPr>
          <a:xfrm>
            <a:off x="5195935" y="118913"/>
            <a:ext cx="1643700" cy="1535100"/>
          </a:xfrm>
          <a:prstGeom prst="rect">
            <a:avLst/>
          </a:prstGeom>
          <a:noFill/>
          <a:ln>
            <a:noFill/>
          </a:ln>
        </p:spPr>
      </p:sp>
      <p:sp>
        <p:nvSpPr>
          <p:cNvPr id="777" name="Google Shape;777;p86"/>
          <p:cNvSpPr/>
          <p:nvPr>
            <p:ph idx="4" type="pic"/>
          </p:nvPr>
        </p:nvSpPr>
        <p:spPr>
          <a:xfrm>
            <a:off x="7002270" y="118913"/>
            <a:ext cx="1643700" cy="1535100"/>
          </a:xfrm>
          <a:prstGeom prst="rect">
            <a:avLst/>
          </a:prstGeom>
          <a:noFill/>
          <a:ln>
            <a:noFill/>
          </a:ln>
        </p:spPr>
      </p:sp>
      <p:sp>
        <p:nvSpPr>
          <p:cNvPr id="778" name="Google Shape;778;p86"/>
          <p:cNvSpPr/>
          <p:nvPr>
            <p:ph idx="5" type="pic"/>
          </p:nvPr>
        </p:nvSpPr>
        <p:spPr>
          <a:xfrm>
            <a:off x="3389588" y="1804212"/>
            <a:ext cx="1643700" cy="1535100"/>
          </a:xfrm>
          <a:prstGeom prst="rect">
            <a:avLst/>
          </a:prstGeom>
          <a:noFill/>
          <a:ln>
            <a:noFill/>
          </a:ln>
        </p:spPr>
      </p:sp>
      <p:sp>
        <p:nvSpPr>
          <p:cNvPr id="779" name="Google Shape;779;p86"/>
          <p:cNvSpPr/>
          <p:nvPr>
            <p:ph idx="6" type="pic"/>
          </p:nvPr>
        </p:nvSpPr>
        <p:spPr>
          <a:xfrm>
            <a:off x="5195922" y="1804212"/>
            <a:ext cx="1643700" cy="1535100"/>
          </a:xfrm>
          <a:prstGeom prst="rect">
            <a:avLst/>
          </a:prstGeom>
          <a:noFill/>
          <a:ln>
            <a:noFill/>
          </a:ln>
        </p:spPr>
      </p:sp>
      <p:sp>
        <p:nvSpPr>
          <p:cNvPr id="780" name="Google Shape;780;p86"/>
          <p:cNvSpPr/>
          <p:nvPr>
            <p:ph idx="7" type="pic"/>
          </p:nvPr>
        </p:nvSpPr>
        <p:spPr>
          <a:xfrm>
            <a:off x="7002257" y="1804212"/>
            <a:ext cx="1643700" cy="1535100"/>
          </a:xfrm>
          <a:prstGeom prst="rect">
            <a:avLst/>
          </a:prstGeom>
          <a:noFill/>
          <a:ln>
            <a:noFill/>
          </a:ln>
        </p:spPr>
      </p:sp>
      <p:sp>
        <p:nvSpPr>
          <p:cNvPr id="781" name="Google Shape;781;p86"/>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782" name="Google Shape;782;p86"/>
          <p:cNvSpPr/>
          <p:nvPr>
            <p:ph idx="8" type="pic"/>
          </p:nvPr>
        </p:nvSpPr>
        <p:spPr>
          <a:xfrm>
            <a:off x="3389588" y="3489487"/>
            <a:ext cx="1643700" cy="1535100"/>
          </a:xfrm>
          <a:prstGeom prst="rect">
            <a:avLst/>
          </a:prstGeom>
          <a:noFill/>
          <a:ln>
            <a:noFill/>
          </a:ln>
        </p:spPr>
      </p:sp>
      <p:sp>
        <p:nvSpPr>
          <p:cNvPr id="783" name="Google Shape;783;p86"/>
          <p:cNvSpPr/>
          <p:nvPr>
            <p:ph idx="9" type="pic"/>
          </p:nvPr>
        </p:nvSpPr>
        <p:spPr>
          <a:xfrm>
            <a:off x="5195922" y="3489487"/>
            <a:ext cx="1643700" cy="1535100"/>
          </a:xfrm>
          <a:prstGeom prst="rect">
            <a:avLst/>
          </a:prstGeom>
          <a:noFill/>
          <a:ln>
            <a:noFill/>
          </a:ln>
        </p:spPr>
      </p:sp>
      <p:sp>
        <p:nvSpPr>
          <p:cNvPr id="784" name="Google Shape;784;p86"/>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20" Type="http://schemas.openxmlformats.org/officeDocument/2006/relationships/slideLayout" Target="../slideLayouts/slideLayout2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22" Type="http://schemas.openxmlformats.org/officeDocument/2006/relationships/slideLayout" Target="../slideLayouts/slideLayout22.xml"/><Relationship Id="rId44" Type="http://schemas.openxmlformats.org/officeDocument/2006/relationships/slideLayout" Target="../slideLayouts/slideLayout44.xml"/><Relationship Id="rId21" Type="http://schemas.openxmlformats.org/officeDocument/2006/relationships/slideLayout" Target="../slideLayouts/slideLayout21.xml"/><Relationship Id="rId43" Type="http://schemas.openxmlformats.org/officeDocument/2006/relationships/slideLayout" Target="../slideLayouts/slideLayout43.xml"/><Relationship Id="rId24" Type="http://schemas.openxmlformats.org/officeDocument/2006/relationships/slideLayout" Target="../slideLayouts/slideLayout24.xml"/><Relationship Id="rId46" Type="http://schemas.openxmlformats.org/officeDocument/2006/relationships/theme" Target="../theme/theme3.xml"/><Relationship Id="rId23" Type="http://schemas.openxmlformats.org/officeDocument/2006/relationships/slideLayout" Target="../slideLayouts/slideLayout23.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_rels/slideMaster2.xml.rels><?xml version="1.0" encoding="UTF-8" standalone="yes"?><Relationships xmlns="http://schemas.openxmlformats.org/package/2006/relationships"><Relationship Id="rId40" Type="http://schemas.openxmlformats.org/officeDocument/2006/relationships/theme" Target="../theme/theme1.xml"/><Relationship Id="rId20" Type="http://schemas.openxmlformats.org/officeDocument/2006/relationships/slideLayout" Target="../slideLayouts/slideLayout65.xml"/><Relationship Id="rId22" Type="http://schemas.openxmlformats.org/officeDocument/2006/relationships/slideLayout" Target="../slideLayouts/slideLayout67.xml"/><Relationship Id="rId21" Type="http://schemas.openxmlformats.org/officeDocument/2006/relationships/slideLayout" Target="../slideLayouts/slideLayout66.xml"/><Relationship Id="rId24" Type="http://schemas.openxmlformats.org/officeDocument/2006/relationships/slideLayout" Target="../slideLayouts/slideLayout69.xml"/><Relationship Id="rId23" Type="http://schemas.openxmlformats.org/officeDocument/2006/relationships/slideLayout" Target="../slideLayouts/slideLayout68.xml"/><Relationship Id="rId1" Type="http://schemas.openxmlformats.org/officeDocument/2006/relationships/slideLayout" Target="../slideLayouts/slideLayout46.xml"/><Relationship Id="rId2" Type="http://schemas.openxmlformats.org/officeDocument/2006/relationships/slideLayout" Target="../slideLayouts/slideLayout47.xml"/><Relationship Id="rId3" Type="http://schemas.openxmlformats.org/officeDocument/2006/relationships/slideLayout" Target="../slideLayouts/slideLayout48.xml"/><Relationship Id="rId4" Type="http://schemas.openxmlformats.org/officeDocument/2006/relationships/slideLayout" Target="../slideLayouts/slideLayout49.xml"/><Relationship Id="rId9" Type="http://schemas.openxmlformats.org/officeDocument/2006/relationships/slideLayout" Target="../slideLayouts/slideLayout54.xml"/><Relationship Id="rId26" Type="http://schemas.openxmlformats.org/officeDocument/2006/relationships/slideLayout" Target="../slideLayouts/slideLayout71.xml"/><Relationship Id="rId25" Type="http://schemas.openxmlformats.org/officeDocument/2006/relationships/slideLayout" Target="../slideLayouts/slideLayout70.xml"/><Relationship Id="rId28" Type="http://schemas.openxmlformats.org/officeDocument/2006/relationships/slideLayout" Target="../slideLayouts/slideLayout73.xml"/><Relationship Id="rId27" Type="http://schemas.openxmlformats.org/officeDocument/2006/relationships/slideLayout" Target="../slideLayouts/slideLayout72.xml"/><Relationship Id="rId5" Type="http://schemas.openxmlformats.org/officeDocument/2006/relationships/slideLayout" Target="../slideLayouts/slideLayout50.xml"/><Relationship Id="rId6" Type="http://schemas.openxmlformats.org/officeDocument/2006/relationships/slideLayout" Target="../slideLayouts/slideLayout51.xml"/><Relationship Id="rId29" Type="http://schemas.openxmlformats.org/officeDocument/2006/relationships/slideLayout" Target="../slideLayouts/slideLayout74.xml"/><Relationship Id="rId7" Type="http://schemas.openxmlformats.org/officeDocument/2006/relationships/slideLayout" Target="../slideLayouts/slideLayout52.xml"/><Relationship Id="rId8" Type="http://schemas.openxmlformats.org/officeDocument/2006/relationships/slideLayout" Target="../slideLayouts/slideLayout53.xml"/><Relationship Id="rId31" Type="http://schemas.openxmlformats.org/officeDocument/2006/relationships/slideLayout" Target="../slideLayouts/slideLayout76.xml"/><Relationship Id="rId30" Type="http://schemas.openxmlformats.org/officeDocument/2006/relationships/slideLayout" Target="../slideLayouts/slideLayout75.xml"/><Relationship Id="rId11" Type="http://schemas.openxmlformats.org/officeDocument/2006/relationships/slideLayout" Target="../slideLayouts/slideLayout56.xml"/><Relationship Id="rId33" Type="http://schemas.openxmlformats.org/officeDocument/2006/relationships/slideLayout" Target="../slideLayouts/slideLayout78.xml"/><Relationship Id="rId10" Type="http://schemas.openxmlformats.org/officeDocument/2006/relationships/slideLayout" Target="../slideLayouts/slideLayout55.xml"/><Relationship Id="rId32" Type="http://schemas.openxmlformats.org/officeDocument/2006/relationships/slideLayout" Target="../slideLayouts/slideLayout77.xml"/><Relationship Id="rId13" Type="http://schemas.openxmlformats.org/officeDocument/2006/relationships/slideLayout" Target="../slideLayouts/slideLayout58.xml"/><Relationship Id="rId35" Type="http://schemas.openxmlformats.org/officeDocument/2006/relationships/slideLayout" Target="../slideLayouts/slideLayout80.xml"/><Relationship Id="rId12" Type="http://schemas.openxmlformats.org/officeDocument/2006/relationships/slideLayout" Target="../slideLayouts/slideLayout57.xml"/><Relationship Id="rId34" Type="http://schemas.openxmlformats.org/officeDocument/2006/relationships/slideLayout" Target="../slideLayouts/slideLayout79.xml"/><Relationship Id="rId15" Type="http://schemas.openxmlformats.org/officeDocument/2006/relationships/slideLayout" Target="../slideLayouts/slideLayout60.xml"/><Relationship Id="rId37" Type="http://schemas.openxmlformats.org/officeDocument/2006/relationships/slideLayout" Target="../slideLayouts/slideLayout82.xml"/><Relationship Id="rId14" Type="http://schemas.openxmlformats.org/officeDocument/2006/relationships/slideLayout" Target="../slideLayouts/slideLayout59.xml"/><Relationship Id="rId36" Type="http://schemas.openxmlformats.org/officeDocument/2006/relationships/slideLayout" Target="../slideLayouts/slideLayout81.xml"/><Relationship Id="rId17" Type="http://schemas.openxmlformats.org/officeDocument/2006/relationships/slideLayout" Target="../slideLayouts/slideLayout62.xml"/><Relationship Id="rId39" Type="http://schemas.openxmlformats.org/officeDocument/2006/relationships/slideLayout" Target="../slideLayouts/slideLayout84.xml"/><Relationship Id="rId16" Type="http://schemas.openxmlformats.org/officeDocument/2006/relationships/slideLayout" Target="../slideLayouts/slideLayout61.xml"/><Relationship Id="rId38" Type="http://schemas.openxmlformats.org/officeDocument/2006/relationships/slideLayout" Target="../slideLayouts/slideLayout83.xml"/><Relationship Id="rId19" Type="http://schemas.openxmlformats.org/officeDocument/2006/relationships/slideLayout" Target="../slideLayouts/slideLayout64.xml"/><Relationship Id="rId18" Type="http://schemas.openxmlformats.org/officeDocument/2006/relationships/slideLayout" Target="../slideLayouts/slideLayout6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idx="1" type="body"/>
          </p:nvPr>
        </p:nvSpPr>
        <p:spPr>
          <a:xfrm>
            <a:off x="284850" y="1555575"/>
            <a:ext cx="5710500" cy="2861400"/>
          </a:xfrm>
          <a:prstGeom prst="rect">
            <a:avLst/>
          </a:prstGeom>
          <a:noFill/>
          <a:ln>
            <a:noFill/>
          </a:ln>
        </p:spPr>
        <p:txBody>
          <a:bodyPr anchorCtr="0" anchor="t" bIns="0" lIns="0" spcFirstLastPara="1" rIns="0" wrap="square" tIns="0">
            <a:spAutoFit/>
          </a:bodyPr>
          <a:lstStyle>
            <a:lvl1pPr indent="-304800" lvl="0" marL="4572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1pPr>
            <a:lvl2pPr indent="-304800" lvl="1" marL="9144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2pPr>
            <a:lvl3pPr indent="-304800" lvl="2" marL="13716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3pPr>
            <a:lvl4pPr indent="-304800" lvl="3" marL="18288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4pPr>
            <a:lvl5pPr indent="-304800" lvl="4" marL="22860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5pPr>
            <a:lvl6pPr indent="-304800" lvl="5" marL="27432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6pPr>
            <a:lvl7pPr indent="-304800" lvl="6" marL="32004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7pPr>
            <a:lvl8pPr indent="-304800" lvl="7" marL="36576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8pPr>
            <a:lvl9pPr indent="-304800" lvl="8" marL="41148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9pPr>
          </a:lstStyle>
          <a:p/>
        </p:txBody>
      </p:sp>
      <p:sp>
        <p:nvSpPr>
          <p:cNvPr id="7" name="Google Shape;7;p1"/>
          <p:cNvSpPr txBox="1"/>
          <p:nvPr>
            <p:ph type="title"/>
          </p:nvPr>
        </p:nvSpPr>
        <p:spPr>
          <a:xfrm>
            <a:off x="284850" y="285900"/>
            <a:ext cx="6423900" cy="5877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3600">
                <a:solidFill>
                  <a:schemeClr val="lt1"/>
                </a:solidFill>
                <a:latin typeface="Inter"/>
                <a:ea typeface="Inter"/>
                <a:cs typeface="Inter"/>
                <a:sym typeface="Inter"/>
              </a:defRPr>
            </a:lvl1pPr>
            <a:lvl2pPr lvl="1">
              <a:lnSpc>
                <a:spcPct val="115000"/>
              </a:lnSpc>
              <a:spcBef>
                <a:spcPts val="0"/>
              </a:spcBef>
              <a:spcAft>
                <a:spcPts val="0"/>
              </a:spcAft>
              <a:buNone/>
              <a:defRPr sz="3600">
                <a:solidFill>
                  <a:schemeClr val="lt1"/>
                </a:solidFill>
                <a:latin typeface="Inter"/>
                <a:ea typeface="Inter"/>
                <a:cs typeface="Inter"/>
                <a:sym typeface="Inter"/>
              </a:defRPr>
            </a:lvl2pPr>
            <a:lvl3pPr lvl="2">
              <a:lnSpc>
                <a:spcPct val="115000"/>
              </a:lnSpc>
              <a:spcBef>
                <a:spcPts val="0"/>
              </a:spcBef>
              <a:spcAft>
                <a:spcPts val="0"/>
              </a:spcAft>
              <a:buNone/>
              <a:defRPr sz="3600">
                <a:solidFill>
                  <a:schemeClr val="lt1"/>
                </a:solidFill>
                <a:latin typeface="Inter"/>
                <a:ea typeface="Inter"/>
                <a:cs typeface="Inter"/>
                <a:sym typeface="Inter"/>
              </a:defRPr>
            </a:lvl3pPr>
            <a:lvl4pPr lvl="3">
              <a:lnSpc>
                <a:spcPct val="115000"/>
              </a:lnSpc>
              <a:spcBef>
                <a:spcPts val="0"/>
              </a:spcBef>
              <a:spcAft>
                <a:spcPts val="0"/>
              </a:spcAft>
              <a:buNone/>
              <a:defRPr sz="3600">
                <a:solidFill>
                  <a:schemeClr val="lt1"/>
                </a:solidFill>
                <a:latin typeface="Inter"/>
                <a:ea typeface="Inter"/>
                <a:cs typeface="Inter"/>
                <a:sym typeface="Inter"/>
              </a:defRPr>
            </a:lvl4pPr>
            <a:lvl5pPr lvl="4">
              <a:lnSpc>
                <a:spcPct val="115000"/>
              </a:lnSpc>
              <a:spcBef>
                <a:spcPts val="0"/>
              </a:spcBef>
              <a:spcAft>
                <a:spcPts val="0"/>
              </a:spcAft>
              <a:buNone/>
              <a:defRPr sz="3600">
                <a:solidFill>
                  <a:schemeClr val="lt1"/>
                </a:solidFill>
                <a:latin typeface="Inter"/>
                <a:ea typeface="Inter"/>
                <a:cs typeface="Inter"/>
                <a:sym typeface="Inter"/>
              </a:defRPr>
            </a:lvl5pPr>
            <a:lvl6pPr lvl="5">
              <a:lnSpc>
                <a:spcPct val="115000"/>
              </a:lnSpc>
              <a:spcBef>
                <a:spcPts val="0"/>
              </a:spcBef>
              <a:spcAft>
                <a:spcPts val="0"/>
              </a:spcAft>
              <a:buNone/>
              <a:defRPr sz="3600">
                <a:solidFill>
                  <a:schemeClr val="lt1"/>
                </a:solidFill>
                <a:latin typeface="Inter"/>
                <a:ea typeface="Inter"/>
                <a:cs typeface="Inter"/>
                <a:sym typeface="Inter"/>
              </a:defRPr>
            </a:lvl6pPr>
            <a:lvl7pPr lvl="6">
              <a:lnSpc>
                <a:spcPct val="115000"/>
              </a:lnSpc>
              <a:spcBef>
                <a:spcPts val="0"/>
              </a:spcBef>
              <a:spcAft>
                <a:spcPts val="0"/>
              </a:spcAft>
              <a:buNone/>
              <a:defRPr sz="3600">
                <a:solidFill>
                  <a:schemeClr val="lt1"/>
                </a:solidFill>
                <a:latin typeface="Inter"/>
                <a:ea typeface="Inter"/>
                <a:cs typeface="Inter"/>
                <a:sym typeface="Inter"/>
              </a:defRPr>
            </a:lvl7pPr>
            <a:lvl8pPr lvl="7">
              <a:lnSpc>
                <a:spcPct val="115000"/>
              </a:lnSpc>
              <a:spcBef>
                <a:spcPts val="0"/>
              </a:spcBef>
              <a:spcAft>
                <a:spcPts val="0"/>
              </a:spcAft>
              <a:buNone/>
              <a:defRPr sz="3600">
                <a:solidFill>
                  <a:schemeClr val="lt1"/>
                </a:solidFill>
                <a:latin typeface="Inter"/>
                <a:ea typeface="Inter"/>
                <a:cs typeface="Inter"/>
                <a:sym typeface="Inter"/>
              </a:defRPr>
            </a:lvl8pPr>
            <a:lvl9pPr lvl="8">
              <a:lnSpc>
                <a:spcPct val="115000"/>
              </a:lnSpc>
              <a:spcBef>
                <a:spcPts val="0"/>
              </a:spcBef>
              <a:spcAft>
                <a:spcPts val="0"/>
              </a:spcAft>
              <a:buNone/>
              <a:defRPr sz="3600">
                <a:solidFill>
                  <a:schemeClr val="lt1"/>
                </a:solidFill>
                <a:latin typeface="Inter"/>
                <a:ea typeface="Inter"/>
                <a:cs typeface="Inter"/>
                <a:sym typeface="Inter"/>
              </a:defRPr>
            </a:lvl9pPr>
          </a:lstStyle>
          <a:p/>
        </p:txBody>
      </p:sp>
      <p:sp>
        <p:nvSpPr>
          <p:cNvPr id="8" name="Google Shape;8;p1"/>
          <p:cNvSpPr txBox="1"/>
          <p:nvPr>
            <p:ph idx="12" type="sldNum"/>
          </p:nvPr>
        </p:nvSpPr>
        <p:spPr>
          <a:xfrm>
            <a:off x="8308150" y="4782125"/>
            <a:ext cx="548700" cy="76200"/>
          </a:xfrm>
          <a:prstGeom prst="rect">
            <a:avLst/>
          </a:prstGeom>
          <a:noFill/>
          <a:ln>
            <a:noFill/>
          </a:ln>
        </p:spPr>
        <p:txBody>
          <a:bodyPr anchorCtr="0" anchor="ctr" bIns="0" lIns="0" spcFirstLastPara="1" rIns="0" wrap="square" tIns="0">
            <a:noAutofit/>
          </a:bodyPr>
          <a:lstStyle>
            <a:lvl1pPr lvl="0" algn="r">
              <a:buNone/>
              <a:defRPr sz="600">
                <a:solidFill>
                  <a:schemeClr val="lt1"/>
                </a:solidFill>
                <a:latin typeface="Inter"/>
                <a:ea typeface="Inter"/>
                <a:cs typeface="Inter"/>
                <a:sym typeface="Inter"/>
              </a:defRPr>
            </a:lvl1pPr>
            <a:lvl2pPr lvl="1" algn="r">
              <a:buNone/>
              <a:defRPr sz="600">
                <a:solidFill>
                  <a:schemeClr val="lt1"/>
                </a:solidFill>
                <a:latin typeface="Inter"/>
                <a:ea typeface="Inter"/>
                <a:cs typeface="Inter"/>
                <a:sym typeface="Inter"/>
              </a:defRPr>
            </a:lvl2pPr>
            <a:lvl3pPr lvl="2" algn="r">
              <a:buNone/>
              <a:defRPr sz="600">
                <a:solidFill>
                  <a:schemeClr val="lt1"/>
                </a:solidFill>
                <a:latin typeface="Inter"/>
                <a:ea typeface="Inter"/>
                <a:cs typeface="Inter"/>
                <a:sym typeface="Inter"/>
              </a:defRPr>
            </a:lvl3pPr>
            <a:lvl4pPr lvl="3" algn="r">
              <a:buNone/>
              <a:defRPr sz="600">
                <a:solidFill>
                  <a:schemeClr val="lt1"/>
                </a:solidFill>
                <a:latin typeface="Inter"/>
                <a:ea typeface="Inter"/>
                <a:cs typeface="Inter"/>
                <a:sym typeface="Inter"/>
              </a:defRPr>
            </a:lvl4pPr>
            <a:lvl5pPr lvl="4" algn="r">
              <a:buNone/>
              <a:defRPr sz="600">
                <a:solidFill>
                  <a:schemeClr val="lt1"/>
                </a:solidFill>
                <a:latin typeface="Inter"/>
                <a:ea typeface="Inter"/>
                <a:cs typeface="Inter"/>
                <a:sym typeface="Inter"/>
              </a:defRPr>
            </a:lvl5pPr>
            <a:lvl6pPr lvl="5" algn="r">
              <a:buNone/>
              <a:defRPr sz="600">
                <a:solidFill>
                  <a:schemeClr val="lt1"/>
                </a:solidFill>
                <a:latin typeface="Inter"/>
                <a:ea typeface="Inter"/>
                <a:cs typeface="Inter"/>
                <a:sym typeface="Inter"/>
              </a:defRPr>
            </a:lvl6pPr>
            <a:lvl7pPr lvl="6" algn="r">
              <a:buNone/>
              <a:defRPr sz="600">
                <a:solidFill>
                  <a:schemeClr val="lt1"/>
                </a:solidFill>
                <a:latin typeface="Inter"/>
                <a:ea typeface="Inter"/>
                <a:cs typeface="Inter"/>
                <a:sym typeface="Inter"/>
              </a:defRPr>
            </a:lvl7pPr>
            <a:lvl8pPr lvl="7" algn="r">
              <a:buNone/>
              <a:defRPr sz="600">
                <a:solidFill>
                  <a:schemeClr val="lt1"/>
                </a:solidFill>
                <a:latin typeface="Inter"/>
                <a:ea typeface="Inter"/>
                <a:cs typeface="Inter"/>
                <a:sym typeface="Inter"/>
              </a:defRPr>
            </a:lvl8pPr>
            <a:lvl9pPr lvl="8" algn="r">
              <a:buNone/>
              <a:defRPr sz="600">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9" name="Google Shape;9;p1"/>
          <p:cNvSpPr txBox="1"/>
          <p:nvPr>
            <p:ph idx="2" type="title"/>
          </p:nvPr>
        </p:nvSpPr>
        <p:spPr>
          <a:xfrm>
            <a:off x="288625" y="4778975"/>
            <a:ext cx="4227300" cy="76200"/>
          </a:xfrm>
          <a:prstGeom prst="rect">
            <a:avLst/>
          </a:prstGeom>
          <a:noFill/>
          <a:ln>
            <a:noFill/>
          </a:ln>
        </p:spPr>
        <p:txBody>
          <a:bodyPr anchorCtr="0" anchor="ctr" bIns="0" lIns="0" spcFirstLastPara="1" rIns="0" wrap="square" tIns="0">
            <a:noAutofit/>
          </a:bodyPr>
          <a:lstStyle>
            <a:lvl1pPr lvl="0">
              <a:spcBef>
                <a:spcPts val="0"/>
              </a:spcBef>
              <a:spcAft>
                <a:spcPts val="0"/>
              </a:spcAft>
              <a:buClr>
                <a:schemeClr val="lt1"/>
              </a:buClr>
              <a:buSzPts val="600"/>
              <a:buFont typeface="Inter"/>
              <a:buNone/>
              <a:defRPr sz="600">
                <a:solidFill>
                  <a:schemeClr val="lt1"/>
                </a:solidFill>
                <a:latin typeface="Inter"/>
                <a:ea typeface="Inter"/>
                <a:cs typeface="Inter"/>
                <a:sym typeface="Inter"/>
              </a:defRPr>
            </a:lvl1pPr>
            <a:lvl2pPr lvl="1">
              <a:spcBef>
                <a:spcPts val="0"/>
              </a:spcBef>
              <a:spcAft>
                <a:spcPts val="0"/>
              </a:spcAft>
              <a:buClr>
                <a:schemeClr val="lt1"/>
              </a:buClr>
              <a:buSzPts val="1400"/>
              <a:buFont typeface="Inter"/>
              <a:buNone/>
              <a:defRPr>
                <a:solidFill>
                  <a:schemeClr val="lt1"/>
                </a:solidFill>
                <a:latin typeface="Inter"/>
                <a:ea typeface="Inter"/>
                <a:cs typeface="Inter"/>
                <a:sym typeface="Inter"/>
              </a:defRPr>
            </a:lvl2pPr>
            <a:lvl3pPr lvl="2">
              <a:spcBef>
                <a:spcPts val="0"/>
              </a:spcBef>
              <a:spcAft>
                <a:spcPts val="0"/>
              </a:spcAft>
              <a:buClr>
                <a:schemeClr val="lt1"/>
              </a:buClr>
              <a:buSzPts val="1400"/>
              <a:buFont typeface="Inter"/>
              <a:buNone/>
              <a:defRPr>
                <a:solidFill>
                  <a:schemeClr val="lt1"/>
                </a:solidFill>
                <a:latin typeface="Inter"/>
                <a:ea typeface="Inter"/>
                <a:cs typeface="Inter"/>
                <a:sym typeface="Inter"/>
              </a:defRPr>
            </a:lvl3pPr>
            <a:lvl4pPr lvl="3">
              <a:spcBef>
                <a:spcPts val="0"/>
              </a:spcBef>
              <a:spcAft>
                <a:spcPts val="0"/>
              </a:spcAft>
              <a:buClr>
                <a:schemeClr val="lt1"/>
              </a:buClr>
              <a:buSzPts val="1400"/>
              <a:buFont typeface="Inter"/>
              <a:buNone/>
              <a:defRPr>
                <a:solidFill>
                  <a:schemeClr val="lt1"/>
                </a:solidFill>
                <a:latin typeface="Inter"/>
                <a:ea typeface="Inter"/>
                <a:cs typeface="Inter"/>
                <a:sym typeface="Inter"/>
              </a:defRPr>
            </a:lvl4pPr>
            <a:lvl5pPr lvl="4">
              <a:spcBef>
                <a:spcPts val="0"/>
              </a:spcBef>
              <a:spcAft>
                <a:spcPts val="0"/>
              </a:spcAft>
              <a:buClr>
                <a:schemeClr val="lt1"/>
              </a:buClr>
              <a:buSzPts val="1400"/>
              <a:buFont typeface="Inter"/>
              <a:buNone/>
              <a:defRPr>
                <a:solidFill>
                  <a:schemeClr val="lt1"/>
                </a:solidFill>
                <a:latin typeface="Inter"/>
                <a:ea typeface="Inter"/>
                <a:cs typeface="Inter"/>
                <a:sym typeface="Inter"/>
              </a:defRPr>
            </a:lvl5pPr>
            <a:lvl6pPr lvl="5">
              <a:spcBef>
                <a:spcPts val="0"/>
              </a:spcBef>
              <a:spcAft>
                <a:spcPts val="0"/>
              </a:spcAft>
              <a:buClr>
                <a:schemeClr val="lt1"/>
              </a:buClr>
              <a:buSzPts val="1400"/>
              <a:buFont typeface="Inter"/>
              <a:buNone/>
              <a:defRPr>
                <a:solidFill>
                  <a:schemeClr val="lt1"/>
                </a:solidFill>
                <a:latin typeface="Inter"/>
                <a:ea typeface="Inter"/>
                <a:cs typeface="Inter"/>
                <a:sym typeface="Inter"/>
              </a:defRPr>
            </a:lvl6pPr>
            <a:lvl7pPr lvl="6">
              <a:spcBef>
                <a:spcPts val="0"/>
              </a:spcBef>
              <a:spcAft>
                <a:spcPts val="0"/>
              </a:spcAft>
              <a:buClr>
                <a:schemeClr val="lt1"/>
              </a:buClr>
              <a:buSzPts val="1400"/>
              <a:buFont typeface="Inter"/>
              <a:buNone/>
              <a:defRPr>
                <a:solidFill>
                  <a:schemeClr val="lt1"/>
                </a:solidFill>
                <a:latin typeface="Inter"/>
                <a:ea typeface="Inter"/>
                <a:cs typeface="Inter"/>
                <a:sym typeface="Inter"/>
              </a:defRPr>
            </a:lvl7pPr>
            <a:lvl8pPr lvl="7">
              <a:spcBef>
                <a:spcPts val="0"/>
              </a:spcBef>
              <a:spcAft>
                <a:spcPts val="0"/>
              </a:spcAft>
              <a:buClr>
                <a:schemeClr val="lt1"/>
              </a:buClr>
              <a:buSzPts val="1400"/>
              <a:buFont typeface="Inter"/>
              <a:buNone/>
              <a:defRPr>
                <a:solidFill>
                  <a:schemeClr val="lt1"/>
                </a:solidFill>
                <a:latin typeface="Inter"/>
                <a:ea typeface="Inter"/>
                <a:cs typeface="Inter"/>
                <a:sym typeface="Inter"/>
              </a:defRPr>
            </a:lvl8pPr>
            <a:lvl9pPr lvl="8">
              <a:spcBef>
                <a:spcPts val="0"/>
              </a:spcBef>
              <a:spcAft>
                <a:spcPts val="0"/>
              </a:spcAft>
              <a:buClr>
                <a:schemeClr val="lt1"/>
              </a:buClr>
              <a:buSzPts val="1400"/>
              <a:buFont typeface="Inter"/>
              <a:buNone/>
              <a:defRPr>
                <a:solidFill>
                  <a:schemeClr val="lt1"/>
                </a:solidFill>
                <a:latin typeface="Inter"/>
                <a:ea typeface="Inter"/>
                <a:cs typeface="Inter"/>
                <a:sym typeface="Inter"/>
              </a:defRPr>
            </a:lvl9pPr>
          </a:lstStyle>
          <a:p/>
        </p:txBody>
      </p:sp>
      <p:sp>
        <p:nvSpPr>
          <p:cNvPr id="10" name="Google Shape;10;p1"/>
          <p:cNvSpPr txBox="1"/>
          <p:nvPr>
            <p:ph idx="3" type="title"/>
          </p:nvPr>
        </p:nvSpPr>
        <p:spPr>
          <a:xfrm>
            <a:off x="4629750" y="4778975"/>
            <a:ext cx="1328400" cy="76200"/>
          </a:xfrm>
          <a:prstGeom prst="rect">
            <a:avLst/>
          </a:prstGeom>
          <a:noFill/>
          <a:ln>
            <a:noFill/>
          </a:ln>
        </p:spPr>
        <p:txBody>
          <a:bodyPr anchorCtr="0" anchor="ctr" bIns="0" lIns="0" spcFirstLastPara="1" rIns="0" wrap="square" tIns="0">
            <a:noAutofit/>
          </a:bodyPr>
          <a:lstStyle>
            <a:lvl1pPr lvl="0">
              <a:spcBef>
                <a:spcPts val="0"/>
              </a:spcBef>
              <a:spcAft>
                <a:spcPts val="0"/>
              </a:spcAft>
              <a:buClr>
                <a:schemeClr val="lt1"/>
              </a:buClr>
              <a:buSzPts val="600"/>
              <a:buFont typeface="Inter"/>
              <a:buNone/>
              <a:defRPr sz="600">
                <a:solidFill>
                  <a:schemeClr val="lt1"/>
                </a:solidFill>
                <a:latin typeface="Inter"/>
                <a:ea typeface="Inter"/>
                <a:cs typeface="Inter"/>
                <a:sym typeface="Inter"/>
              </a:defRPr>
            </a:lvl1pPr>
            <a:lvl2pPr lvl="1">
              <a:spcBef>
                <a:spcPts val="0"/>
              </a:spcBef>
              <a:spcAft>
                <a:spcPts val="0"/>
              </a:spcAft>
              <a:buClr>
                <a:schemeClr val="lt1"/>
              </a:buClr>
              <a:buSzPts val="1400"/>
              <a:buFont typeface="Inter"/>
              <a:buNone/>
              <a:defRPr>
                <a:solidFill>
                  <a:schemeClr val="lt1"/>
                </a:solidFill>
                <a:latin typeface="Inter"/>
                <a:ea typeface="Inter"/>
                <a:cs typeface="Inter"/>
                <a:sym typeface="Inter"/>
              </a:defRPr>
            </a:lvl2pPr>
            <a:lvl3pPr lvl="2">
              <a:spcBef>
                <a:spcPts val="0"/>
              </a:spcBef>
              <a:spcAft>
                <a:spcPts val="0"/>
              </a:spcAft>
              <a:buClr>
                <a:schemeClr val="lt1"/>
              </a:buClr>
              <a:buSzPts val="1400"/>
              <a:buFont typeface="Inter"/>
              <a:buNone/>
              <a:defRPr>
                <a:solidFill>
                  <a:schemeClr val="lt1"/>
                </a:solidFill>
                <a:latin typeface="Inter"/>
                <a:ea typeface="Inter"/>
                <a:cs typeface="Inter"/>
                <a:sym typeface="Inter"/>
              </a:defRPr>
            </a:lvl3pPr>
            <a:lvl4pPr lvl="3">
              <a:spcBef>
                <a:spcPts val="0"/>
              </a:spcBef>
              <a:spcAft>
                <a:spcPts val="0"/>
              </a:spcAft>
              <a:buClr>
                <a:schemeClr val="lt1"/>
              </a:buClr>
              <a:buSzPts val="1400"/>
              <a:buFont typeface="Inter"/>
              <a:buNone/>
              <a:defRPr>
                <a:solidFill>
                  <a:schemeClr val="lt1"/>
                </a:solidFill>
                <a:latin typeface="Inter"/>
                <a:ea typeface="Inter"/>
                <a:cs typeface="Inter"/>
                <a:sym typeface="Inter"/>
              </a:defRPr>
            </a:lvl4pPr>
            <a:lvl5pPr lvl="4">
              <a:spcBef>
                <a:spcPts val="0"/>
              </a:spcBef>
              <a:spcAft>
                <a:spcPts val="0"/>
              </a:spcAft>
              <a:buClr>
                <a:schemeClr val="lt1"/>
              </a:buClr>
              <a:buSzPts val="1400"/>
              <a:buFont typeface="Inter"/>
              <a:buNone/>
              <a:defRPr>
                <a:solidFill>
                  <a:schemeClr val="lt1"/>
                </a:solidFill>
                <a:latin typeface="Inter"/>
                <a:ea typeface="Inter"/>
                <a:cs typeface="Inter"/>
                <a:sym typeface="Inter"/>
              </a:defRPr>
            </a:lvl5pPr>
            <a:lvl6pPr lvl="5">
              <a:spcBef>
                <a:spcPts val="0"/>
              </a:spcBef>
              <a:spcAft>
                <a:spcPts val="0"/>
              </a:spcAft>
              <a:buClr>
                <a:schemeClr val="lt1"/>
              </a:buClr>
              <a:buSzPts val="1400"/>
              <a:buFont typeface="Inter"/>
              <a:buNone/>
              <a:defRPr>
                <a:solidFill>
                  <a:schemeClr val="lt1"/>
                </a:solidFill>
                <a:latin typeface="Inter"/>
                <a:ea typeface="Inter"/>
                <a:cs typeface="Inter"/>
                <a:sym typeface="Inter"/>
              </a:defRPr>
            </a:lvl6pPr>
            <a:lvl7pPr lvl="6">
              <a:spcBef>
                <a:spcPts val="0"/>
              </a:spcBef>
              <a:spcAft>
                <a:spcPts val="0"/>
              </a:spcAft>
              <a:buClr>
                <a:schemeClr val="lt1"/>
              </a:buClr>
              <a:buSzPts val="1400"/>
              <a:buFont typeface="Inter"/>
              <a:buNone/>
              <a:defRPr>
                <a:solidFill>
                  <a:schemeClr val="lt1"/>
                </a:solidFill>
                <a:latin typeface="Inter"/>
                <a:ea typeface="Inter"/>
                <a:cs typeface="Inter"/>
                <a:sym typeface="Inter"/>
              </a:defRPr>
            </a:lvl7pPr>
            <a:lvl8pPr lvl="7">
              <a:spcBef>
                <a:spcPts val="0"/>
              </a:spcBef>
              <a:spcAft>
                <a:spcPts val="0"/>
              </a:spcAft>
              <a:buClr>
                <a:schemeClr val="lt1"/>
              </a:buClr>
              <a:buSzPts val="1400"/>
              <a:buFont typeface="Inter"/>
              <a:buNone/>
              <a:defRPr>
                <a:solidFill>
                  <a:schemeClr val="lt1"/>
                </a:solidFill>
                <a:latin typeface="Inter"/>
                <a:ea typeface="Inter"/>
                <a:cs typeface="Inter"/>
                <a:sym typeface="Inter"/>
              </a:defRPr>
            </a:lvl8pPr>
            <a:lvl9pPr lvl="8">
              <a:spcBef>
                <a:spcPts val="0"/>
              </a:spcBef>
              <a:spcAft>
                <a:spcPts val="0"/>
              </a:spcAft>
              <a:buClr>
                <a:schemeClr val="lt1"/>
              </a:buClr>
              <a:buSzPts val="1400"/>
              <a:buFont typeface="Inter"/>
              <a:buNone/>
              <a:defRPr>
                <a:solidFill>
                  <a:schemeClr val="lt1"/>
                </a:solidFill>
                <a:latin typeface="Inter"/>
                <a:ea typeface="Inter"/>
                <a:cs typeface="Inter"/>
                <a:sym typeface="Inter"/>
              </a:defRPr>
            </a:lvl9pPr>
          </a:lstStyle>
          <a:p/>
        </p:txBody>
      </p:sp>
      <p:sp>
        <p:nvSpPr>
          <p:cNvPr id="11" name="Google Shape;11;p1"/>
          <p:cNvSpPr txBox="1"/>
          <p:nvPr>
            <p:ph idx="4" type="title"/>
          </p:nvPr>
        </p:nvSpPr>
        <p:spPr>
          <a:xfrm>
            <a:off x="6086100" y="4778975"/>
            <a:ext cx="1328400" cy="76200"/>
          </a:xfrm>
          <a:prstGeom prst="rect">
            <a:avLst/>
          </a:prstGeom>
          <a:noFill/>
          <a:ln>
            <a:noFill/>
          </a:ln>
        </p:spPr>
        <p:txBody>
          <a:bodyPr anchorCtr="0" anchor="ctr" bIns="0" lIns="0" spcFirstLastPara="1" rIns="0" wrap="square" tIns="0">
            <a:noAutofit/>
          </a:bodyPr>
          <a:lstStyle>
            <a:lvl1pPr lvl="0">
              <a:spcBef>
                <a:spcPts val="0"/>
              </a:spcBef>
              <a:spcAft>
                <a:spcPts val="0"/>
              </a:spcAft>
              <a:buClr>
                <a:schemeClr val="lt1"/>
              </a:buClr>
              <a:buSzPts val="600"/>
              <a:buFont typeface="Inter"/>
              <a:buNone/>
              <a:defRPr sz="600">
                <a:solidFill>
                  <a:schemeClr val="lt1"/>
                </a:solidFill>
                <a:latin typeface="Inter"/>
                <a:ea typeface="Inter"/>
                <a:cs typeface="Inter"/>
                <a:sym typeface="Inter"/>
              </a:defRPr>
            </a:lvl1pPr>
            <a:lvl2pPr lvl="1">
              <a:spcBef>
                <a:spcPts val="0"/>
              </a:spcBef>
              <a:spcAft>
                <a:spcPts val="0"/>
              </a:spcAft>
              <a:buClr>
                <a:schemeClr val="lt1"/>
              </a:buClr>
              <a:buSzPts val="1400"/>
              <a:buFont typeface="Inter"/>
              <a:buNone/>
              <a:defRPr>
                <a:solidFill>
                  <a:schemeClr val="lt1"/>
                </a:solidFill>
                <a:latin typeface="Inter"/>
                <a:ea typeface="Inter"/>
                <a:cs typeface="Inter"/>
                <a:sym typeface="Inter"/>
              </a:defRPr>
            </a:lvl2pPr>
            <a:lvl3pPr lvl="2">
              <a:spcBef>
                <a:spcPts val="0"/>
              </a:spcBef>
              <a:spcAft>
                <a:spcPts val="0"/>
              </a:spcAft>
              <a:buClr>
                <a:schemeClr val="lt1"/>
              </a:buClr>
              <a:buSzPts val="1400"/>
              <a:buFont typeface="Inter"/>
              <a:buNone/>
              <a:defRPr>
                <a:solidFill>
                  <a:schemeClr val="lt1"/>
                </a:solidFill>
                <a:latin typeface="Inter"/>
                <a:ea typeface="Inter"/>
                <a:cs typeface="Inter"/>
                <a:sym typeface="Inter"/>
              </a:defRPr>
            </a:lvl3pPr>
            <a:lvl4pPr lvl="3">
              <a:spcBef>
                <a:spcPts val="0"/>
              </a:spcBef>
              <a:spcAft>
                <a:spcPts val="0"/>
              </a:spcAft>
              <a:buClr>
                <a:schemeClr val="lt1"/>
              </a:buClr>
              <a:buSzPts val="1400"/>
              <a:buFont typeface="Inter"/>
              <a:buNone/>
              <a:defRPr>
                <a:solidFill>
                  <a:schemeClr val="lt1"/>
                </a:solidFill>
                <a:latin typeface="Inter"/>
                <a:ea typeface="Inter"/>
                <a:cs typeface="Inter"/>
                <a:sym typeface="Inter"/>
              </a:defRPr>
            </a:lvl4pPr>
            <a:lvl5pPr lvl="4">
              <a:spcBef>
                <a:spcPts val="0"/>
              </a:spcBef>
              <a:spcAft>
                <a:spcPts val="0"/>
              </a:spcAft>
              <a:buClr>
                <a:schemeClr val="lt1"/>
              </a:buClr>
              <a:buSzPts val="1400"/>
              <a:buFont typeface="Inter"/>
              <a:buNone/>
              <a:defRPr>
                <a:solidFill>
                  <a:schemeClr val="lt1"/>
                </a:solidFill>
                <a:latin typeface="Inter"/>
                <a:ea typeface="Inter"/>
                <a:cs typeface="Inter"/>
                <a:sym typeface="Inter"/>
              </a:defRPr>
            </a:lvl5pPr>
            <a:lvl6pPr lvl="5">
              <a:spcBef>
                <a:spcPts val="0"/>
              </a:spcBef>
              <a:spcAft>
                <a:spcPts val="0"/>
              </a:spcAft>
              <a:buClr>
                <a:schemeClr val="lt1"/>
              </a:buClr>
              <a:buSzPts val="1400"/>
              <a:buFont typeface="Inter"/>
              <a:buNone/>
              <a:defRPr>
                <a:solidFill>
                  <a:schemeClr val="lt1"/>
                </a:solidFill>
                <a:latin typeface="Inter"/>
                <a:ea typeface="Inter"/>
                <a:cs typeface="Inter"/>
                <a:sym typeface="Inter"/>
              </a:defRPr>
            </a:lvl6pPr>
            <a:lvl7pPr lvl="6">
              <a:spcBef>
                <a:spcPts val="0"/>
              </a:spcBef>
              <a:spcAft>
                <a:spcPts val="0"/>
              </a:spcAft>
              <a:buClr>
                <a:schemeClr val="lt1"/>
              </a:buClr>
              <a:buSzPts val="1400"/>
              <a:buFont typeface="Inter"/>
              <a:buNone/>
              <a:defRPr>
                <a:solidFill>
                  <a:schemeClr val="lt1"/>
                </a:solidFill>
                <a:latin typeface="Inter"/>
                <a:ea typeface="Inter"/>
                <a:cs typeface="Inter"/>
                <a:sym typeface="Inter"/>
              </a:defRPr>
            </a:lvl7pPr>
            <a:lvl8pPr lvl="7">
              <a:spcBef>
                <a:spcPts val="0"/>
              </a:spcBef>
              <a:spcAft>
                <a:spcPts val="0"/>
              </a:spcAft>
              <a:buClr>
                <a:schemeClr val="lt1"/>
              </a:buClr>
              <a:buSzPts val="1400"/>
              <a:buFont typeface="Inter"/>
              <a:buNone/>
              <a:defRPr>
                <a:solidFill>
                  <a:schemeClr val="lt1"/>
                </a:solidFill>
                <a:latin typeface="Inter"/>
                <a:ea typeface="Inter"/>
                <a:cs typeface="Inter"/>
                <a:sym typeface="Inter"/>
              </a:defRPr>
            </a:lvl8pPr>
            <a:lvl9pPr lvl="8">
              <a:spcBef>
                <a:spcPts val="0"/>
              </a:spcBef>
              <a:spcAft>
                <a:spcPts val="0"/>
              </a:spcAft>
              <a:buClr>
                <a:schemeClr val="lt1"/>
              </a:buClr>
              <a:buSzPts val="1400"/>
              <a:buFont typeface="Inter"/>
              <a:buNone/>
              <a:defRPr>
                <a:solidFill>
                  <a:schemeClr val="lt1"/>
                </a:solidFill>
                <a:latin typeface="Inter"/>
                <a:ea typeface="Inter"/>
                <a:cs typeface="Inter"/>
                <a:sym typeface="Inter"/>
              </a:defRPr>
            </a:lvl9pPr>
          </a:lstStyle>
          <a:p/>
        </p:txBody>
      </p:sp>
      <p:sp>
        <p:nvSpPr>
          <p:cNvPr id="12" name="Google Shape;12;p1"/>
          <p:cNvSpPr txBox="1"/>
          <p:nvPr>
            <p:ph idx="5" type="body"/>
          </p:nvPr>
        </p:nvSpPr>
        <p:spPr>
          <a:xfrm>
            <a:off x="4239825" y="1398125"/>
            <a:ext cx="3648900" cy="22791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1pPr>
            <a:lvl2pPr indent="-304800" lvl="1" marL="9144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2pPr>
            <a:lvl3pPr indent="-304800" lvl="2" marL="13716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3pPr>
            <a:lvl4pPr indent="-304800" lvl="3" marL="1828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4pPr>
            <a:lvl5pPr indent="-304800" lvl="4" marL="22860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5pPr>
            <a:lvl6pPr indent="-304800" lvl="5" marL="27432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6pPr>
            <a:lvl7pPr indent="-304800" lvl="6" marL="32004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7pPr>
            <a:lvl8pPr indent="-304800" lvl="7" marL="36576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8pPr>
            <a:lvl9pPr indent="-304800" lvl="8" marL="4114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579">
          <p15:clr>
            <a:srgbClr val="E46962"/>
          </p15:clr>
        </p15:guide>
        <p15:guide id="2" pos="179">
          <p15:clr>
            <a:srgbClr val="E46962"/>
          </p15:clr>
        </p15:guide>
        <p15:guide id="3" orient="horz" pos="180">
          <p15:clr>
            <a:srgbClr val="E46962"/>
          </p15:clr>
        </p15:guide>
        <p15:guide id="4" orient="horz" pos="3060">
          <p15:clr>
            <a:srgbClr val="E46962"/>
          </p15:clr>
        </p15:guide>
        <p15:guide id="5" pos="2842">
          <p15:clr>
            <a:srgbClr val="E46962"/>
          </p15:clr>
        </p15:guide>
        <p15:guide id="6" pos="2916">
          <p15:clr>
            <a:srgbClr val="E46962"/>
          </p15:clr>
        </p15:guide>
        <p15:guide id="7" pos="1474">
          <p15:clr>
            <a:srgbClr val="E46962"/>
          </p15:clr>
        </p15:guide>
        <p15:guide id="8" pos="1548">
          <p15:clr>
            <a:srgbClr val="E46962"/>
          </p15:clr>
        </p15:guide>
        <p15:guide id="9" pos="4211">
          <p15:clr>
            <a:srgbClr val="E46962"/>
          </p15:clr>
        </p15:guide>
        <p15:guide id="10" pos="4285">
          <p15:clr>
            <a:srgbClr val="E46962"/>
          </p15:clr>
        </p15:guide>
        <p15:guide id="11" pos="3753">
          <p15:clr>
            <a:srgbClr val="E46962"/>
          </p15:clr>
        </p15:guide>
        <p15:guide id="12" pos="3834">
          <p15:clr>
            <a:srgbClr val="E46962"/>
          </p15:clr>
        </p15:guide>
        <p15:guide id="13" pos="1926">
          <p15:clr>
            <a:srgbClr val="E46962"/>
          </p15:clr>
        </p15:guide>
        <p15:guide id="14" pos="2007">
          <p15:clr>
            <a:srgbClr val="E46962"/>
          </p15:clr>
        </p15:guide>
        <p15:guide id="15" orient="horz" pos="299">
          <p15:clr>
            <a:srgbClr val="E46962"/>
          </p15:clr>
        </p15:guide>
        <p15:guide id="16" orient="horz" pos="2950">
          <p15:clr>
            <a:srgbClr val="E46962"/>
          </p15:clr>
        </p15:guide>
        <p15:guide id="17" orient="horz" pos="907">
          <p15:clr>
            <a:srgbClr val="E46962"/>
          </p15:clr>
        </p15:guide>
        <p15:guide id="18" orient="horz" pos="980">
          <p15:clr>
            <a:srgbClr val="E46962"/>
          </p15:clr>
        </p15:guide>
        <p15:guide id="19" orient="horz" pos="1588">
          <p15:clr>
            <a:srgbClr val="E46962"/>
          </p15:clr>
        </p15:guide>
        <p15:guide id="20" orient="horz" pos="1661">
          <p15:clr>
            <a:srgbClr val="E46962"/>
          </p15:clr>
        </p15:guide>
        <p15:guide id="21" orient="horz" pos="2269">
          <p15:clr>
            <a:srgbClr val="E46962"/>
          </p15:clr>
        </p15:guide>
        <p15:guide id="22" orient="horz" pos="2341">
          <p15:clr>
            <a:srgbClr val="E46962"/>
          </p15:clr>
        </p15:guide>
        <p15:guide id="23" orient="horz" pos="3012">
          <p15:clr>
            <a:srgbClr val="E46962"/>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357" name="Shape 357"/>
        <p:cNvGrpSpPr/>
        <p:nvPr/>
      </p:nvGrpSpPr>
      <p:grpSpPr>
        <a:xfrm>
          <a:off x="0" y="0"/>
          <a:ext cx="0" cy="0"/>
          <a:chOff x="0" y="0"/>
          <a:chExt cx="0" cy="0"/>
        </a:xfrm>
      </p:grpSpPr>
      <p:sp>
        <p:nvSpPr>
          <p:cNvPr id="358" name="Google Shape;358;p47"/>
          <p:cNvSpPr txBox="1"/>
          <p:nvPr>
            <p:ph idx="1" type="body"/>
          </p:nvPr>
        </p:nvSpPr>
        <p:spPr>
          <a:xfrm>
            <a:off x="228600" y="1452125"/>
            <a:ext cx="5760600" cy="3460200"/>
          </a:xfrm>
          <a:prstGeom prst="rect">
            <a:avLst/>
          </a:prstGeom>
          <a:noFill/>
          <a:ln>
            <a:noFill/>
          </a:ln>
        </p:spPr>
        <p:txBody>
          <a:bodyPr anchorCtr="0" anchor="t" bIns="91425" lIns="91425" spcFirstLastPara="1" rIns="91425" wrap="square" tIns="91425">
            <a:spAutoFit/>
          </a:bodyPr>
          <a:lstStyle>
            <a:lvl1pPr indent="-304800" lvl="0" marL="457200">
              <a:lnSpc>
                <a:spcPct val="115000"/>
              </a:lnSpc>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1pPr>
            <a:lvl2pPr indent="-304800" lvl="1" marL="9144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2pPr>
            <a:lvl3pPr indent="-304800" lvl="2" marL="13716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3pPr>
            <a:lvl4pPr indent="-304800" lvl="3" marL="18288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4pPr>
            <a:lvl5pPr indent="-304800" lvl="4" marL="22860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5pPr>
            <a:lvl6pPr indent="-304800" lvl="5" marL="27432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6pPr>
            <a:lvl7pPr indent="-304800" lvl="6" marL="32004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7pPr>
            <a:lvl8pPr indent="-304800" lvl="7" marL="36576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8pPr>
            <a:lvl9pPr indent="-304800" lvl="8" marL="4114800">
              <a:lnSpc>
                <a:spcPct val="115000"/>
              </a:lnSpc>
              <a:spcBef>
                <a:spcPts val="800"/>
              </a:spcBef>
              <a:spcAft>
                <a:spcPts val="800"/>
              </a:spcAft>
              <a:buClr>
                <a:schemeClr val="lt1"/>
              </a:buClr>
              <a:buSzPts val="1200"/>
              <a:buFont typeface="Urbanist"/>
              <a:buChar char="■"/>
              <a:defRPr sz="1200">
                <a:solidFill>
                  <a:schemeClr val="lt1"/>
                </a:solidFill>
                <a:latin typeface="Urbanist"/>
                <a:ea typeface="Urbanist"/>
                <a:cs typeface="Urbanist"/>
                <a:sym typeface="Urbanist"/>
              </a:defRPr>
            </a:lvl9pPr>
          </a:lstStyle>
          <a:p/>
        </p:txBody>
      </p:sp>
      <p:sp>
        <p:nvSpPr>
          <p:cNvPr id="359" name="Google Shape;359;p47"/>
          <p:cNvSpPr txBox="1"/>
          <p:nvPr>
            <p:ph type="title"/>
          </p:nvPr>
        </p:nvSpPr>
        <p:spPr>
          <a:xfrm>
            <a:off x="228600" y="85200"/>
            <a:ext cx="5236500" cy="10998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3000"/>
              <a:buFont typeface="Urbanist Medium"/>
              <a:buNone/>
              <a:defRPr sz="3000">
                <a:solidFill>
                  <a:schemeClr val="lt1"/>
                </a:solidFill>
                <a:latin typeface="Urbanist Medium"/>
                <a:ea typeface="Urbanist Medium"/>
                <a:cs typeface="Urbanist Medium"/>
                <a:sym typeface="Urbanist Medium"/>
              </a:defRPr>
            </a:lvl1pPr>
            <a:lvl2pPr lvl="1">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2pPr>
            <a:lvl3pPr lvl="2">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3pPr>
            <a:lvl4pPr lvl="3">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4pPr>
            <a:lvl5pPr lvl="4">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5pPr>
            <a:lvl6pPr lvl="5">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6pPr>
            <a:lvl7pPr lvl="6">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7pPr>
            <a:lvl8pPr lvl="7">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8pPr>
            <a:lvl9pPr lvl="8">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9pPr>
          </a:lstStyle>
          <a:p/>
        </p:txBody>
      </p:sp>
      <p:sp>
        <p:nvSpPr>
          <p:cNvPr id="360" name="Google Shape;360;p47"/>
          <p:cNvSpPr txBox="1"/>
          <p:nvPr>
            <p:ph idx="2" type="body"/>
          </p:nvPr>
        </p:nvSpPr>
        <p:spPr>
          <a:xfrm>
            <a:off x="4562525" y="1518250"/>
            <a:ext cx="3880800" cy="27654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1pPr>
            <a:lvl2pPr indent="-304800" lvl="1" marL="9144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2pPr>
            <a:lvl3pPr indent="-304800" lvl="2" marL="13716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3pPr>
            <a:lvl4pPr indent="-304800" lvl="3" marL="18288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4pPr>
            <a:lvl5pPr indent="-304800" lvl="4" marL="22860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5pPr>
            <a:lvl6pPr indent="-304800" lvl="5" marL="27432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6pPr>
            <a:lvl7pPr indent="-304800" lvl="6" marL="32004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7pPr>
            <a:lvl8pPr indent="-304800" lvl="7" marL="36576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8pPr>
            <a:lvl9pPr indent="-304800" lvl="8" marL="41148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9pPr>
          </a:lstStyle>
          <a:p/>
        </p:txBody>
      </p:sp>
    </p:spTree>
  </p:cSld>
  <p:clrMap accent1="accent1" accent2="accent2" accent3="accent3" accent4="accent4" accent5="accent5" accent6="accent6" bg1="lt1" bg2="dk2" tx1="dk1" tx2="lt2" folHlink="folHlink" hlink="hlink"/>
  <p:sldLayoutIdLst>
    <p:sldLayoutId id="2147483693" r:id="rId1"/>
    <p:sldLayoutId id="2147483694" r:id="rId2"/>
    <p:sldLayoutId id="2147483695" r:id="rId3"/>
    <p:sldLayoutId id="2147483696" r:id="rId4"/>
    <p:sldLayoutId id="2147483697" r:id="rId5"/>
    <p:sldLayoutId id="2147483698" r:id="rId6"/>
    <p:sldLayoutId id="2147483699" r:id="rId7"/>
    <p:sldLayoutId id="2147483700" r:id="rId8"/>
    <p:sldLayoutId id="2147483701" r:id="rId9"/>
    <p:sldLayoutId id="2147483702" r:id="rId10"/>
    <p:sldLayoutId id="2147483703" r:id="rId11"/>
    <p:sldLayoutId id="2147483704" r:id="rId12"/>
    <p:sldLayoutId id="2147483705" r:id="rId13"/>
    <p:sldLayoutId id="2147483706" r:id="rId14"/>
    <p:sldLayoutId id="2147483707" r:id="rId15"/>
    <p:sldLayoutId id="2147483708" r:id="rId16"/>
    <p:sldLayoutId id="2147483709" r:id="rId17"/>
    <p:sldLayoutId id="2147483710" r:id="rId18"/>
    <p:sldLayoutId id="2147483711" r:id="rId19"/>
    <p:sldLayoutId id="2147483712" r:id="rId20"/>
    <p:sldLayoutId id="2147483713" r:id="rId21"/>
    <p:sldLayoutId id="2147483714" r:id="rId22"/>
    <p:sldLayoutId id="2147483715" r:id="rId23"/>
    <p:sldLayoutId id="2147483716" r:id="rId24"/>
    <p:sldLayoutId id="2147483717" r:id="rId25"/>
    <p:sldLayoutId id="2147483718" r:id="rId26"/>
    <p:sldLayoutId id="2147483719" r:id="rId27"/>
    <p:sldLayoutId id="2147483720" r:id="rId28"/>
    <p:sldLayoutId id="2147483721" r:id="rId29"/>
    <p:sldLayoutId id="2147483722" r:id="rId30"/>
    <p:sldLayoutId id="2147483723" r:id="rId31"/>
    <p:sldLayoutId id="2147483724" r:id="rId32"/>
    <p:sldLayoutId id="2147483725" r:id="rId33"/>
    <p:sldLayoutId id="2147483726" r:id="rId34"/>
    <p:sldLayoutId id="2147483727" r:id="rId35"/>
    <p:sldLayoutId id="2147483728" r:id="rId36"/>
    <p:sldLayoutId id="2147483729" r:id="rId37"/>
    <p:sldLayoutId id="2147483730" r:id="rId38"/>
    <p:sldLayoutId id="2147483731" r:id="rId3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616">
          <p15:clr>
            <a:srgbClr val="E46962"/>
          </p15:clr>
        </p15:guide>
        <p15:guide id="2" pos="144">
          <p15:clr>
            <a:srgbClr val="E46962"/>
          </p15:clr>
        </p15:guide>
        <p15:guide id="3" orient="horz" pos="144">
          <p15:clr>
            <a:srgbClr val="E46962"/>
          </p15:clr>
        </p15:guide>
        <p15:guide id="4" orient="horz" pos="3094">
          <p15:clr>
            <a:srgbClr val="E46962"/>
          </p15:clr>
        </p15:guide>
        <p15:guide id="5" pos="2850">
          <p15:clr>
            <a:srgbClr val="E46962"/>
          </p15:clr>
        </p15:guide>
        <p15:guide id="6" pos="2910">
          <p15:clr>
            <a:srgbClr val="E46962"/>
          </p15:clr>
        </p15:guide>
        <p15:guide id="7" pos="1468">
          <p15:clr>
            <a:srgbClr val="E46962"/>
          </p15:clr>
        </p15:guide>
        <p15:guide id="8" pos="1527">
          <p15:clr>
            <a:srgbClr val="E46962"/>
          </p15:clr>
        </p15:guide>
        <p15:guide id="9" pos="4233">
          <p15:clr>
            <a:srgbClr val="E46962"/>
          </p15:clr>
        </p15:guide>
        <p15:guide id="10" pos="4292">
          <p15:clr>
            <a:srgbClr val="E46962"/>
          </p15:clr>
        </p15:guide>
        <p15:guide id="11" pos="3773">
          <p15:clr>
            <a:srgbClr val="E46962"/>
          </p15:clr>
        </p15:guide>
        <p15:guide id="12" pos="3830">
          <p15:clr>
            <a:srgbClr val="E46962"/>
          </p15:clr>
        </p15:guide>
        <p15:guide id="13" pos="1930">
          <p15:clr>
            <a:srgbClr val="E46962"/>
          </p15:clr>
        </p15:guide>
        <p15:guide id="14" pos="1987">
          <p15:clr>
            <a:srgbClr val="E46962"/>
          </p15:clr>
        </p15:guide>
        <p15:guide id="15" orient="horz" pos="288">
          <p15:clr>
            <a:srgbClr val="E46962"/>
          </p15:clr>
        </p15:guide>
        <p15:guide id="16" orient="horz" pos="2950">
          <p15:clr>
            <a:srgbClr val="E46962"/>
          </p15:clr>
        </p15:guide>
        <p15:guide id="17" orient="horz" pos="1135">
          <p15:clr>
            <a:srgbClr val="E46962"/>
          </p15:clr>
        </p15:guide>
        <p15:guide id="18" orient="horz" pos="1194">
          <p15:clr>
            <a:srgbClr val="E46962"/>
          </p15:clr>
        </p15:guide>
        <p15:guide id="19" orient="horz" pos="2043">
          <p15:clr>
            <a:srgbClr val="E46962"/>
          </p15:clr>
        </p15:guide>
        <p15:guide id="20" orient="horz" pos="2103">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15.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19.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16.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7.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9.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12.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 Id="rId3" Type="http://schemas.openxmlformats.org/officeDocument/2006/relationships/image" Target="../media/image20.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 Id="rId3" Type="http://schemas.openxmlformats.org/officeDocument/2006/relationships/image" Target="../media/image18.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 Id="rId3" Type="http://schemas.openxmlformats.org/officeDocument/2006/relationships/image" Target="../media/image21.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8" name="Shape 788"/>
        <p:cNvGrpSpPr/>
        <p:nvPr/>
      </p:nvGrpSpPr>
      <p:grpSpPr>
        <a:xfrm>
          <a:off x="0" y="0"/>
          <a:ext cx="0" cy="0"/>
          <a:chOff x="0" y="0"/>
          <a:chExt cx="0" cy="0"/>
        </a:xfrm>
      </p:grpSpPr>
      <p:sp>
        <p:nvSpPr>
          <p:cNvPr id="789" name="Google Shape;789;p87"/>
          <p:cNvSpPr/>
          <p:nvPr/>
        </p:nvSpPr>
        <p:spPr>
          <a:xfrm>
            <a:off x="228600" y="4113375"/>
            <a:ext cx="1399200" cy="3387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000">
              <a:solidFill>
                <a:schemeClr val="lt1"/>
              </a:solidFill>
              <a:latin typeface="Urbanist"/>
              <a:ea typeface="Urbanist"/>
              <a:cs typeface="Urbanist"/>
              <a:sym typeface="Urbanist"/>
            </a:endParaRPr>
          </a:p>
        </p:txBody>
      </p:sp>
      <p:grpSp>
        <p:nvGrpSpPr>
          <p:cNvPr id="790" name="Google Shape;790;p87"/>
          <p:cNvGrpSpPr/>
          <p:nvPr/>
        </p:nvGrpSpPr>
        <p:grpSpPr>
          <a:xfrm>
            <a:off x="228591" y="3127350"/>
            <a:ext cx="233094" cy="233094"/>
            <a:chOff x="259788" y="1923155"/>
            <a:chExt cx="409800" cy="409800"/>
          </a:xfrm>
        </p:grpSpPr>
        <p:sp>
          <p:nvSpPr>
            <p:cNvPr id="791" name="Google Shape;791;p87"/>
            <p:cNvSpPr/>
            <p:nvPr/>
          </p:nvSpPr>
          <p:spPr>
            <a:xfrm>
              <a:off x="259788" y="1923155"/>
              <a:ext cx="409800" cy="409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Urbanist"/>
                <a:ea typeface="Urbanist"/>
                <a:cs typeface="Urbanist"/>
                <a:sym typeface="Urbanist"/>
              </a:endParaRPr>
            </a:p>
          </p:txBody>
        </p:sp>
        <p:grpSp>
          <p:nvGrpSpPr>
            <p:cNvPr id="792" name="Google Shape;792;p87"/>
            <p:cNvGrpSpPr/>
            <p:nvPr/>
          </p:nvGrpSpPr>
          <p:grpSpPr>
            <a:xfrm>
              <a:off x="362088" y="2093825"/>
              <a:ext cx="205200" cy="102600"/>
              <a:chOff x="498725" y="2069800"/>
              <a:chExt cx="205200" cy="102600"/>
            </a:xfrm>
          </p:grpSpPr>
          <p:cxnSp>
            <p:nvCxnSpPr>
              <p:cNvPr id="793" name="Google Shape;793;p87"/>
              <p:cNvCxnSpPr/>
              <p:nvPr/>
            </p:nvCxnSpPr>
            <p:spPr>
              <a:xfrm>
                <a:off x="498725" y="2069800"/>
                <a:ext cx="102600" cy="102600"/>
              </a:xfrm>
              <a:prstGeom prst="straightConnector1">
                <a:avLst/>
              </a:prstGeom>
              <a:noFill/>
              <a:ln cap="flat" cmpd="sng" w="9525">
                <a:solidFill>
                  <a:schemeClr val="dk2"/>
                </a:solidFill>
                <a:prstDash val="solid"/>
                <a:round/>
                <a:headEnd len="med" w="med" type="none"/>
                <a:tailEnd len="med" w="med" type="none"/>
              </a:ln>
            </p:spPr>
          </p:cxnSp>
          <p:cxnSp>
            <p:nvCxnSpPr>
              <p:cNvPr id="794" name="Google Shape;794;p87"/>
              <p:cNvCxnSpPr/>
              <p:nvPr/>
            </p:nvCxnSpPr>
            <p:spPr>
              <a:xfrm flipH="1">
                <a:off x="601325" y="2069800"/>
                <a:ext cx="102600" cy="102600"/>
              </a:xfrm>
              <a:prstGeom prst="straightConnector1">
                <a:avLst/>
              </a:prstGeom>
              <a:noFill/>
              <a:ln cap="flat" cmpd="sng" w="9525">
                <a:solidFill>
                  <a:schemeClr val="dk2"/>
                </a:solidFill>
                <a:prstDash val="solid"/>
                <a:round/>
                <a:headEnd len="med" w="med" type="none"/>
                <a:tailEnd len="med" w="med" type="none"/>
              </a:ln>
            </p:spPr>
          </p:cxnSp>
        </p:grpSp>
      </p:grpSp>
      <p:sp>
        <p:nvSpPr>
          <p:cNvPr id="795" name="Google Shape;795;p87"/>
          <p:cNvSpPr txBox="1"/>
          <p:nvPr>
            <p:ph type="title"/>
          </p:nvPr>
        </p:nvSpPr>
        <p:spPr>
          <a:xfrm>
            <a:off x="228600" y="228600"/>
            <a:ext cx="6658800" cy="14190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None/>
            </a:pPr>
            <a:r>
              <a:rPr lang="en">
                <a:solidFill>
                  <a:schemeClr val="lt1"/>
                </a:solidFill>
              </a:rPr>
              <a:t>Houston Fire Department Data report</a:t>
            </a:r>
            <a:endParaRPr>
              <a:solidFill>
                <a:schemeClr val="lt1"/>
              </a:solidFill>
            </a:endParaRPr>
          </a:p>
        </p:txBody>
      </p:sp>
      <p:sp>
        <p:nvSpPr>
          <p:cNvPr id="796" name="Google Shape;796;p87"/>
          <p:cNvSpPr txBox="1"/>
          <p:nvPr>
            <p:ph idx="5" type="subTitle"/>
          </p:nvPr>
        </p:nvSpPr>
        <p:spPr>
          <a:xfrm>
            <a:off x="297075" y="4175900"/>
            <a:ext cx="1264800" cy="228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    Isaac Hocker</a:t>
            </a:r>
            <a:endParaRPr/>
          </a:p>
        </p:txBody>
      </p:sp>
      <p:sp>
        <p:nvSpPr>
          <p:cNvPr id="797" name="Google Shape;797;p87"/>
          <p:cNvSpPr txBox="1"/>
          <p:nvPr>
            <p:ph idx="7" type="subTitle"/>
          </p:nvPr>
        </p:nvSpPr>
        <p:spPr>
          <a:xfrm>
            <a:off x="228591" y="3454475"/>
            <a:ext cx="4659600" cy="2520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12/6/2025</a:t>
            </a:r>
            <a:endParaRPr/>
          </a:p>
          <a:p>
            <a:pPr indent="0" lvl="0" marL="0" rtl="0" algn="l">
              <a:spcBef>
                <a:spcPts val="0"/>
              </a:spcBef>
              <a:spcAft>
                <a:spcPts val="0"/>
              </a:spcAft>
              <a:buNone/>
            </a:pPr>
            <a:r>
              <a:t/>
            </a:r>
            <a:endParaRPr/>
          </a:p>
        </p:txBody>
      </p:sp>
      <p:sp>
        <p:nvSpPr>
          <p:cNvPr id="798" name="Google Shape;798;p87"/>
          <p:cNvSpPr txBox="1"/>
          <p:nvPr>
            <p:ph idx="8" type="subTitle"/>
          </p:nvPr>
        </p:nvSpPr>
        <p:spPr>
          <a:xfrm>
            <a:off x="228591" y="3743050"/>
            <a:ext cx="4659600" cy="2520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Presented by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2" name="Shape 802"/>
        <p:cNvGrpSpPr/>
        <p:nvPr/>
      </p:nvGrpSpPr>
      <p:grpSpPr>
        <a:xfrm>
          <a:off x="0" y="0"/>
          <a:ext cx="0" cy="0"/>
          <a:chOff x="0" y="0"/>
          <a:chExt cx="0" cy="0"/>
        </a:xfrm>
      </p:grpSpPr>
      <p:sp>
        <p:nvSpPr>
          <p:cNvPr id="803" name="Google Shape;803;p88"/>
          <p:cNvSpPr/>
          <p:nvPr/>
        </p:nvSpPr>
        <p:spPr>
          <a:xfrm>
            <a:off x="4618950" y="228600"/>
            <a:ext cx="4296900" cy="605700"/>
          </a:xfrm>
          <a:prstGeom prst="roundRect">
            <a:avLst>
              <a:gd fmla="val 16991"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804" name="Google Shape;804;p88"/>
          <p:cNvSpPr/>
          <p:nvPr/>
        </p:nvSpPr>
        <p:spPr>
          <a:xfrm>
            <a:off x="4618950" y="906375"/>
            <a:ext cx="4296600" cy="605700"/>
          </a:xfrm>
          <a:prstGeom prst="roundRect">
            <a:avLst>
              <a:gd fmla="val 16991"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805" name="Google Shape;805;p88"/>
          <p:cNvSpPr/>
          <p:nvPr/>
        </p:nvSpPr>
        <p:spPr>
          <a:xfrm>
            <a:off x="4618950" y="1584175"/>
            <a:ext cx="4296600" cy="605700"/>
          </a:xfrm>
          <a:prstGeom prst="roundRect">
            <a:avLst>
              <a:gd fmla="val 16991"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806" name="Google Shape;806;p88"/>
          <p:cNvSpPr/>
          <p:nvPr/>
        </p:nvSpPr>
        <p:spPr>
          <a:xfrm>
            <a:off x="4618950" y="2261950"/>
            <a:ext cx="4296900" cy="605700"/>
          </a:xfrm>
          <a:prstGeom prst="roundRect">
            <a:avLst>
              <a:gd fmla="val 16991"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807" name="Google Shape;807;p88"/>
          <p:cNvSpPr/>
          <p:nvPr/>
        </p:nvSpPr>
        <p:spPr>
          <a:xfrm>
            <a:off x="4618950" y="2939750"/>
            <a:ext cx="4296600" cy="605700"/>
          </a:xfrm>
          <a:prstGeom prst="roundRect">
            <a:avLst>
              <a:gd fmla="val 16991"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808" name="Google Shape;808;p88"/>
          <p:cNvSpPr/>
          <p:nvPr/>
        </p:nvSpPr>
        <p:spPr>
          <a:xfrm>
            <a:off x="4618950" y="3617525"/>
            <a:ext cx="4296900" cy="605700"/>
          </a:xfrm>
          <a:prstGeom prst="roundRect">
            <a:avLst>
              <a:gd fmla="val 16991"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grpSp>
        <p:nvGrpSpPr>
          <p:cNvPr id="809" name="Google Shape;809;p88"/>
          <p:cNvGrpSpPr/>
          <p:nvPr/>
        </p:nvGrpSpPr>
        <p:grpSpPr>
          <a:xfrm rot="-5400000">
            <a:off x="8556505" y="430775"/>
            <a:ext cx="204654" cy="204654"/>
            <a:chOff x="259788" y="1923155"/>
            <a:chExt cx="409800" cy="409800"/>
          </a:xfrm>
        </p:grpSpPr>
        <p:sp>
          <p:nvSpPr>
            <p:cNvPr id="810" name="Google Shape;810;p88"/>
            <p:cNvSpPr/>
            <p:nvPr/>
          </p:nvSpPr>
          <p:spPr>
            <a:xfrm>
              <a:off x="259788" y="1923155"/>
              <a:ext cx="409800" cy="409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grpSp>
          <p:nvGrpSpPr>
            <p:cNvPr id="811" name="Google Shape;811;p88"/>
            <p:cNvGrpSpPr/>
            <p:nvPr/>
          </p:nvGrpSpPr>
          <p:grpSpPr>
            <a:xfrm>
              <a:off x="362088" y="2093825"/>
              <a:ext cx="205200" cy="102600"/>
              <a:chOff x="498725" y="2069800"/>
              <a:chExt cx="205200" cy="102600"/>
            </a:xfrm>
          </p:grpSpPr>
          <p:cxnSp>
            <p:nvCxnSpPr>
              <p:cNvPr id="812" name="Google Shape;812;p88"/>
              <p:cNvCxnSpPr/>
              <p:nvPr/>
            </p:nvCxnSpPr>
            <p:spPr>
              <a:xfrm>
                <a:off x="498725" y="2069800"/>
                <a:ext cx="102600" cy="102600"/>
              </a:xfrm>
              <a:prstGeom prst="straightConnector1">
                <a:avLst/>
              </a:prstGeom>
              <a:noFill/>
              <a:ln cap="flat" cmpd="sng" w="9525">
                <a:solidFill>
                  <a:schemeClr val="dk2"/>
                </a:solidFill>
                <a:prstDash val="solid"/>
                <a:round/>
                <a:headEnd len="med" w="med" type="none"/>
                <a:tailEnd len="med" w="med" type="none"/>
              </a:ln>
            </p:spPr>
          </p:cxnSp>
          <p:cxnSp>
            <p:nvCxnSpPr>
              <p:cNvPr id="813" name="Google Shape;813;p88"/>
              <p:cNvCxnSpPr/>
              <p:nvPr/>
            </p:nvCxnSpPr>
            <p:spPr>
              <a:xfrm flipH="1">
                <a:off x="601325" y="2069800"/>
                <a:ext cx="102600" cy="102600"/>
              </a:xfrm>
              <a:prstGeom prst="straightConnector1">
                <a:avLst/>
              </a:prstGeom>
              <a:noFill/>
              <a:ln cap="flat" cmpd="sng" w="9525">
                <a:solidFill>
                  <a:schemeClr val="dk2"/>
                </a:solidFill>
                <a:prstDash val="solid"/>
                <a:round/>
                <a:headEnd len="med" w="med" type="none"/>
                <a:tailEnd len="med" w="med" type="none"/>
              </a:ln>
            </p:spPr>
          </p:cxnSp>
        </p:grpSp>
      </p:grpSp>
      <p:grpSp>
        <p:nvGrpSpPr>
          <p:cNvPr id="814" name="Google Shape;814;p88"/>
          <p:cNvGrpSpPr/>
          <p:nvPr/>
        </p:nvGrpSpPr>
        <p:grpSpPr>
          <a:xfrm rot="-5400000">
            <a:off x="8556505" y="1108560"/>
            <a:ext cx="204654" cy="204654"/>
            <a:chOff x="259788" y="1923155"/>
            <a:chExt cx="409800" cy="409800"/>
          </a:xfrm>
        </p:grpSpPr>
        <p:sp>
          <p:nvSpPr>
            <p:cNvPr id="815" name="Google Shape;815;p88"/>
            <p:cNvSpPr/>
            <p:nvPr/>
          </p:nvSpPr>
          <p:spPr>
            <a:xfrm>
              <a:off x="259788" y="1923155"/>
              <a:ext cx="409800" cy="409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grpSp>
          <p:nvGrpSpPr>
            <p:cNvPr id="816" name="Google Shape;816;p88"/>
            <p:cNvGrpSpPr/>
            <p:nvPr/>
          </p:nvGrpSpPr>
          <p:grpSpPr>
            <a:xfrm>
              <a:off x="362088" y="2093825"/>
              <a:ext cx="205200" cy="102600"/>
              <a:chOff x="498725" y="2069800"/>
              <a:chExt cx="205200" cy="102600"/>
            </a:xfrm>
          </p:grpSpPr>
          <p:cxnSp>
            <p:nvCxnSpPr>
              <p:cNvPr id="817" name="Google Shape;817;p88"/>
              <p:cNvCxnSpPr/>
              <p:nvPr/>
            </p:nvCxnSpPr>
            <p:spPr>
              <a:xfrm>
                <a:off x="498725" y="2069800"/>
                <a:ext cx="102600" cy="102600"/>
              </a:xfrm>
              <a:prstGeom prst="straightConnector1">
                <a:avLst/>
              </a:prstGeom>
              <a:noFill/>
              <a:ln cap="flat" cmpd="sng" w="9525">
                <a:solidFill>
                  <a:schemeClr val="dk2"/>
                </a:solidFill>
                <a:prstDash val="solid"/>
                <a:round/>
                <a:headEnd len="med" w="med" type="none"/>
                <a:tailEnd len="med" w="med" type="none"/>
              </a:ln>
            </p:spPr>
          </p:cxnSp>
          <p:cxnSp>
            <p:nvCxnSpPr>
              <p:cNvPr id="818" name="Google Shape;818;p88"/>
              <p:cNvCxnSpPr/>
              <p:nvPr/>
            </p:nvCxnSpPr>
            <p:spPr>
              <a:xfrm flipH="1">
                <a:off x="601325" y="2069800"/>
                <a:ext cx="102600" cy="102600"/>
              </a:xfrm>
              <a:prstGeom prst="straightConnector1">
                <a:avLst/>
              </a:prstGeom>
              <a:noFill/>
              <a:ln cap="flat" cmpd="sng" w="9525">
                <a:solidFill>
                  <a:schemeClr val="dk2"/>
                </a:solidFill>
                <a:prstDash val="solid"/>
                <a:round/>
                <a:headEnd len="med" w="med" type="none"/>
                <a:tailEnd len="med" w="med" type="none"/>
              </a:ln>
            </p:spPr>
          </p:cxnSp>
        </p:grpSp>
      </p:grpSp>
      <p:grpSp>
        <p:nvGrpSpPr>
          <p:cNvPr id="819" name="Google Shape;819;p88"/>
          <p:cNvGrpSpPr/>
          <p:nvPr/>
        </p:nvGrpSpPr>
        <p:grpSpPr>
          <a:xfrm rot="-5400000">
            <a:off x="8556505" y="1786345"/>
            <a:ext cx="204654" cy="204654"/>
            <a:chOff x="259788" y="1923155"/>
            <a:chExt cx="409800" cy="409800"/>
          </a:xfrm>
        </p:grpSpPr>
        <p:sp>
          <p:nvSpPr>
            <p:cNvPr id="820" name="Google Shape;820;p88"/>
            <p:cNvSpPr/>
            <p:nvPr/>
          </p:nvSpPr>
          <p:spPr>
            <a:xfrm>
              <a:off x="259788" y="1923155"/>
              <a:ext cx="409800" cy="409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grpSp>
          <p:nvGrpSpPr>
            <p:cNvPr id="821" name="Google Shape;821;p88"/>
            <p:cNvGrpSpPr/>
            <p:nvPr/>
          </p:nvGrpSpPr>
          <p:grpSpPr>
            <a:xfrm>
              <a:off x="362088" y="2093825"/>
              <a:ext cx="205200" cy="102600"/>
              <a:chOff x="498725" y="2069800"/>
              <a:chExt cx="205200" cy="102600"/>
            </a:xfrm>
          </p:grpSpPr>
          <p:cxnSp>
            <p:nvCxnSpPr>
              <p:cNvPr id="822" name="Google Shape;822;p88"/>
              <p:cNvCxnSpPr/>
              <p:nvPr/>
            </p:nvCxnSpPr>
            <p:spPr>
              <a:xfrm>
                <a:off x="498725" y="2069800"/>
                <a:ext cx="102600" cy="102600"/>
              </a:xfrm>
              <a:prstGeom prst="straightConnector1">
                <a:avLst/>
              </a:prstGeom>
              <a:noFill/>
              <a:ln cap="flat" cmpd="sng" w="9525">
                <a:solidFill>
                  <a:schemeClr val="dk2"/>
                </a:solidFill>
                <a:prstDash val="solid"/>
                <a:round/>
                <a:headEnd len="med" w="med" type="none"/>
                <a:tailEnd len="med" w="med" type="none"/>
              </a:ln>
            </p:spPr>
          </p:cxnSp>
          <p:cxnSp>
            <p:nvCxnSpPr>
              <p:cNvPr id="823" name="Google Shape;823;p88"/>
              <p:cNvCxnSpPr/>
              <p:nvPr/>
            </p:nvCxnSpPr>
            <p:spPr>
              <a:xfrm flipH="1">
                <a:off x="601325" y="2069800"/>
                <a:ext cx="102600" cy="102600"/>
              </a:xfrm>
              <a:prstGeom prst="straightConnector1">
                <a:avLst/>
              </a:prstGeom>
              <a:noFill/>
              <a:ln cap="flat" cmpd="sng" w="9525">
                <a:solidFill>
                  <a:schemeClr val="dk2"/>
                </a:solidFill>
                <a:prstDash val="solid"/>
                <a:round/>
                <a:headEnd len="med" w="med" type="none"/>
                <a:tailEnd len="med" w="med" type="none"/>
              </a:ln>
            </p:spPr>
          </p:cxnSp>
        </p:grpSp>
      </p:grpSp>
      <p:grpSp>
        <p:nvGrpSpPr>
          <p:cNvPr id="824" name="Google Shape;824;p88"/>
          <p:cNvGrpSpPr/>
          <p:nvPr/>
        </p:nvGrpSpPr>
        <p:grpSpPr>
          <a:xfrm rot="-5400000">
            <a:off x="8556505" y="2464130"/>
            <a:ext cx="204654" cy="204654"/>
            <a:chOff x="259788" y="1923155"/>
            <a:chExt cx="409800" cy="409800"/>
          </a:xfrm>
        </p:grpSpPr>
        <p:sp>
          <p:nvSpPr>
            <p:cNvPr id="825" name="Google Shape;825;p88"/>
            <p:cNvSpPr/>
            <p:nvPr/>
          </p:nvSpPr>
          <p:spPr>
            <a:xfrm>
              <a:off x="259788" y="1923155"/>
              <a:ext cx="409800" cy="409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grpSp>
          <p:nvGrpSpPr>
            <p:cNvPr id="826" name="Google Shape;826;p88"/>
            <p:cNvGrpSpPr/>
            <p:nvPr/>
          </p:nvGrpSpPr>
          <p:grpSpPr>
            <a:xfrm>
              <a:off x="362088" y="2093825"/>
              <a:ext cx="205200" cy="102600"/>
              <a:chOff x="498725" y="2069800"/>
              <a:chExt cx="205200" cy="102600"/>
            </a:xfrm>
          </p:grpSpPr>
          <p:cxnSp>
            <p:nvCxnSpPr>
              <p:cNvPr id="827" name="Google Shape;827;p88"/>
              <p:cNvCxnSpPr/>
              <p:nvPr/>
            </p:nvCxnSpPr>
            <p:spPr>
              <a:xfrm>
                <a:off x="498725" y="2069800"/>
                <a:ext cx="102600" cy="102600"/>
              </a:xfrm>
              <a:prstGeom prst="straightConnector1">
                <a:avLst/>
              </a:prstGeom>
              <a:noFill/>
              <a:ln cap="flat" cmpd="sng" w="9525">
                <a:solidFill>
                  <a:schemeClr val="dk2"/>
                </a:solidFill>
                <a:prstDash val="solid"/>
                <a:round/>
                <a:headEnd len="med" w="med" type="none"/>
                <a:tailEnd len="med" w="med" type="none"/>
              </a:ln>
            </p:spPr>
          </p:cxnSp>
          <p:cxnSp>
            <p:nvCxnSpPr>
              <p:cNvPr id="828" name="Google Shape;828;p88"/>
              <p:cNvCxnSpPr/>
              <p:nvPr/>
            </p:nvCxnSpPr>
            <p:spPr>
              <a:xfrm flipH="1">
                <a:off x="601325" y="2069800"/>
                <a:ext cx="102600" cy="102600"/>
              </a:xfrm>
              <a:prstGeom prst="straightConnector1">
                <a:avLst/>
              </a:prstGeom>
              <a:noFill/>
              <a:ln cap="flat" cmpd="sng" w="9525">
                <a:solidFill>
                  <a:schemeClr val="dk2"/>
                </a:solidFill>
                <a:prstDash val="solid"/>
                <a:round/>
                <a:headEnd len="med" w="med" type="none"/>
                <a:tailEnd len="med" w="med" type="none"/>
              </a:ln>
            </p:spPr>
          </p:cxnSp>
        </p:grpSp>
      </p:grpSp>
      <p:grpSp>
        <p:nvGrpSpPr>
          <p:cNvPr id="829" name="Google Shape;829;p88"/>
          <p:cNvGrpSpPr/>
          <p:nvPr/>
        </p:nvGrpSpPr>
        <p:grpSpPr>
          <a:xfrm rot="-5400000">
            <a:off x="8556505" y="3141915"/>
            <a:ext cx="204654" cy="204654"/>
            <a:chOff x="259788" y="1923155"/>
            <a:chExt cx="409800" cy="409800"/>
          </a:xfrm>
        </p:grpSpPr>
        <p:sp>
          <p:nvSpPr>
            <p:cNvPr id="830" name="Google Shape;830;p88"/>
            <p:cNvSpPr/>
            <p:nvPr/>
          </p:nvSpPr>
          <p:spPr>
            <a:xfrm>
              <a:off x="259788" y="1923155"/>
              <a:ext cx="409800" cy="409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grpSp>
          <p:nvGrpSpPr>
            <p:cNvPr id="831" name="Google Shape;831;p88"/>
            <p:cNvGrpSpPr/>
            <p:nvPr/>
          </p:nvGrpSpPr>
          <p:grpSpPr>
            <a:xfrm>
              <a:off x="362088" y="2093825"/>
              <a:ext cx="205200" cy="102600"/>
              <a:chOff x="498725" y="2069800"/>
              <a:chExt cx="205200" cy="102600"/>
            </a:xfrm>
          </p:grpSpPr>
          <p:cxnSp>
            <p:nvCxnSpPr>
              <p:cNvPr id="832" name="Google Shape;832;p88"/>
              <p:cNvCxnSpPr/>
              <p:nvPr/>
            </p:nvCxnSpPr>
            <p:spPr>
              <a:xfrm>
                <a:off x="498725" y="2069800"/>
                <a:ext cx="102600" cy="102600"/>
              </a:xfrm>
              <a:prstGeom prst="straightConnector1">
                <a:avLst/>
              </a:prstGeom>
              <a:noFill/>
              <a:ln cap="flat" cmpd="sng" w="9525">
                <a:solidFill>
                  <a:schemeClr val="dk2"/>
                </a:solidFill>
                <a:prstDash val="solid"/>
                <a:round/>
                <a:headEnd len="med" w="med" type="none"/>
                <a:tailEnd len="med" w="med" type="none"/>
              </a:ln>
            </p:spPr>
          </p:cxnSp>
          <p:cxnSp>
            <p:nvCxnSpPr>
              <p:cNvPr id="833" name="Google Shape;833;p88"/>
              <p:cNvCxnSpPr/>
              <p:nvPr/>
            </p:nvCxnSpPr>
            <p:spPr>
              <a:xfrm flipH="1">
                <a:off x="601325" y="2069800"/>
                <a:ext cx="102600" cy="102600"/>
              </a:xfrm>
              <a:prstGeom prst="straightConnector1">
                <a:avLst/>
              </a:prstGeom>
              <a:noFill/>
              <a:ln cap="flat" cmpd="sng" w="9525">
                <a:solidFill>
                  <a:schemeClr val="dk2"/>
                </a:solidFill>
                <a:prstDash val="solid"/>
                <a:round/>
                <a:headEnd len="med" w="med" type="none"/>
                <a:tailEnd len="med" w="med" type="none"/>
              </a:ln>
            </p:spPr>
          </p:cxnSp>
        </p:grpSp>
      </p:grpSp>
      <p:grpSp>
        <p:nvGrpSpPr>
          <p:cNvPr id="834" name="Google Shape;834;p88"/>
          <p:cNvGrpSpPr/>
          <p:nvPr/>
        </p:nvGrpSpPr>
        <p:grpSpPr>
          <a:xfrm rot="-5400000">
            <a:off x="8556505" y="3819700"/>
            <a:ext cx="204654" cy="204654"/>
            <a:chOff x="259788" y="1923155"/>
            <a:chExt cx="409800" cy="409800"/>
          </a:xfrm>
        </p:grpSpPr>
        <p:sp>
          <p:nvSpPr>
            <p:cNvPr id="835" name="Google Shape;835;p88"/>
            <p:cNvSpPr/>
            <p:nvPr/>
          </p:nvSpPr>
          <p:spPr>
            <a:xfrm>
              <a:off x="259788" y="1923155"/>
              <a:ext cx="409800" cy="409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grpSp>
          <p:nvGrpSpPr>
            <p:cNvPr id="836" name="Google Shape;836;p88"/>
            <p:cNvGrpSpPr/>
            <p:nvPr/>
          </p:nvGrpSpPr>
          <p:grpSpPr>
            <a:xfrm>
              <a:off x="362088" y="2093825"/>
              <a:ext cx="205200" cy="102600"/>
              <a:chOff x="498725" y="2069800"/>
              <a:chExt cx="205200" cy="102600"/>
            </a:xfrm>
          </p:grpSpPr>
          <p:cxnSp>
            <p:nvCxnSpPr>
              <p:cNvPr id="837" name="Google Shape;837;p88"/>
              <p:cNvCxnSpPr/>
              <p:nvPr/>
            </p:nvCxnSpPr>
            <p:spPr>
              <a:xfrm>
                <a:off x="498725" y="2069800"/>
                <a:ext cx="102600" cy="102600"/>
              </a:xfrm>
              <a:prstGeom prst="straightConnector1">
                <a:avLst/>
              </a:prstGeom>
              <a:noFill/>
              <a:ln cap="flat" cmpd="sng" w="9525">
                <a:solidFill>
                  <a:schemeClr val="dk2"/>
                </a:solidFill>
                <a:prstDash val="solid"/>
                <a:round/>
                <a:headEnd len="med" w="med" type="none"/>
                <a:tailEnd len="med" w="med" type="none"/>
              </a:ln>
            </p:spPr>
          </p:cxnSp>
          <p:cxnSp>
            <p:nvCxnSpPr>
              <p:cNvPr id="838" name="Google Shape;838;p88"/>
              <p:cNvCxnSpPr/>
              <p:nvPr/>
            </p:nvCxnSpPr>
            <p:spPr>
              <a:xfrm flipH="1">
                <a:off x="601325" y="2069800"/>
                <a:ext cx="102600" cy="102600"/>
              </a:xfrm>
              <a:prstGeom prst="straightConnector1">
                <a:avLst/>
              </a:prstGeom>
              <a:noFill/>
              <a:ln cap="flat" cmpd="sng" w="9525">
                <a:solidFill>
                  <a:schemeClr val="dk2"/>
                </a:solidFill>
                <a:prstDash val="solid"/>
                <a:round/>
                <a:headEnd len="med" w="med" type="none"/>
                <a:tailEnd len="med" w="med" type="none"/>
              </a:ln>
            </p:spPr>
          </p:cxnSp>
        </p:grpSp>
      </p:grpSp>
      <p:sp>
        <p:nvSpPr>
          <p:cNvPr id="839" name="Google Shape;839;p88"/>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Company</a:t>
            </a:r>
            <a:r>
              <a:rPr lang="en"/>
              <a:t> Name</a:t>
            </a:r>
            <a:endParaRPr/>
          </a:p>
        </p:txBody>
      </p:sp>
      <p:sp>
        <p:nvSpPr>
          <p:cNvPr id="840" name="Google Shape;840;p88"/>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Quarter Month</a:t>
            </a:r>
            <a:r>
              <a:rPr lang="en"/>
              <a:t> </a:t>
            </a:r>
            <a:endParaRPr/>
          </a:p>
        </p:txBody>
      </p:sp>
      <p:sp>
        <p:nvSpPr>
          <p:cNvPr id="841" name="Google Shape;841;p88"/>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p>
            <a:pPr indent="0" lvl="0" marL="0" rtl="0" algn="r">
              <a:spcBef>
                <a:spcPts val="0"/>
              </a:spcBef>
              <a:spcAft>
                <a:spcPts val="0"/>
              </a:spcAft>
              <a:buNone/>
            </a:pPr>
            <a:r>
              <a:rPr lang="en"/>
              <a:t>Year</a:t>
            </a:r>
            <a:endParaRPr/>
          </a:p>
        </p:txBody>
      </p:sp>
      <p:sp>
        <p:nvSpPr>
          <p:cNvPr id="842" name="Google Shape;842;p88"/>
          <p:cNvSpPr txBox="1"/>
          <p:nvPr>
            <p:ph type="title"/>
          </p:nvPr>
        </p:nvSpPr>
        <p:spPr>
          <a:xfrm>
            <a:off x="277500" y="228600"/>
            <a:ext cx="3904500" cy="981900"/>
          </a:xfrm>
          <a:prstGeom prst="rect">
            <a:avLst/>
          </a:prstGeom>
        </p:spPr>
        <p:txBody>
          <a:bodyPr anchorCtr="0" anchor="t" bIns="91425" lIns="0" spcFirstLastPara="1" rIns="91425" wrap="square" tIns="0">
            <a:spAutoFit/>
          </a:bodyPr>
          <a:lstStyle/>
          <a:p>
            <a:pPr indent="0" lvl="0" marL="0" rtl="0" algn="l">
              <a:spcBef>
                <a:spcPts val="0"/>
              </a:spcBef>
              <a:spcAft>
                <a:spcPts val="0"/>
              </a:spcAft>
              <a:buNone/>
            </a:pPr>
            <a:r>
              <a:rPr lang="en"/>
              <a:t>Topics that will be discussed</a:t>
            </a:r>
            <a:endParaRPr/>
          </a:p>
        </p:txBody>
      </p:sp>
      <p:sp>
        <p:nvSpPr>
          <p:cNvPr id="843" name="Google Shape;843;p88"/>
          <p:cNvSpPr txBox="1"/>
          <p:nvPr>
            <p:ph idx="4" type="subTitle"/>
          </p:nvPr>
        </p:nvSpPr>
        <p:spPr>
          <a:xfrm>
            <a:off x="4744575" y="387150"/>
            <a:ext cx="322500" cy="288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1</a:t>
            </a:r>
            <a:endParaRPr/>
          </a:p>
        </p:txBody>
      </p:sp>
      <p:sp>
        <p:nvSpPr>
          <p:cNvPr id="844" name="Google Shape;844;p88"/>
          <p:cNvSpPr txBox="1"/>
          <p:nvPr>
            <p:ph idx="5" type="subTitle"/>
          </p:nvPr>
        </p:nvSpPr>
        <p:spPr>
          <a:xfrm>
            <a:off x="4744575" y="1064088"/>
            <a:ext cx="322500" cy="288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2</a:t>
            </a:r>
            <a:endParaRPr/>
          </a:p>
        </p:txBody>
      </p:sp>
      <p:sp>
        <p:nvSpPr>
          <p:cNvPr id="845" name="Google Shape;845;p88"/>
          <p:cNvSpPr txBox="1"/>
          <p:nvPr>
            <p:ph idx="6" type="subTitle"/>
          </p:nvPr>
        </p:nvSpPr>
        <p:spPr>
          <a:xfrm>
            <a:off x="4744575" y="1741025"/>
            <a:ext cx="322500" cy="288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3</a:t>
            </a:r>
            <a:endParaRPr/>
          </a:p>
        </p:txBody>
      </p:sp>
      <p:sp>
        <p:nvSpPr>
          <p:cNvPr id="846" name="Google Shape;846;p88"/>
          <p:cNvSpPr txBox="1"/>
          <p:nvPr>
            <p:ph idx="7" type="subTitle"/>
          </p:nvPr>
        </p:nvSpPr>
        <p:spPr>
          <a:xfrm>
            <a:off x="4744575" y="2422306"/>
            <a:ext cx="322500" cy="288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4</a:t>
            </a:r>
            <a:endParaRPr/>
          </a:p>
        </p:txBody>
      </p:sp>
      <p:sp>
        <p:nvSpPr>
          <p:cNvPr id="847" name="Google Shape;847;p88"/>
          <p:cNvSpPr txBox="1"/>
          <p:nvPr>
            <p:ph idx="8" type="subTitle"/>
          </p:nvPr>
        </p:nvSpPr>
        <p:spPr>
          <a:xfrm>
            <a:off x="4744575" y="3096606"/>
            <a:ext cx="322500" cy="288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5</a:t>
            </a:r>
            <a:endParaRPr/>
          </a:p>
        </p:txBody>
      </p:sp>
      <p:sp>
        <p:nvSpPr>
          <p:cNvPr id="848" name="Google Shape;848;p88"/>
          <p:cNvSpPr txBox="1"/>
          <p:nvPr>
            <p:ph idx="9" type="subTitle"/>
          </p:nvPr>
        </p:nvSpPr>
        <p:spPr>
          <a:xfrm>
            <a:off x="4744575" y="3770931"/>
            <a:ext cx="322500" cy="288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6</a:t>
            </a:r>
            <a:endParaRPr/>
          </a:p>
        </p:txBody>
      </p:sp>
      <p:sp>
        <p:nvSpPr>
          <p:cNvPr id="849" name="Google Shape;849;p88"/>
          <p:cNvSpPr txBox="1"/>
          <p:nvPr>
            <p:ph idx="13" type="subTitle"/>
          </p:nvPr>
        </p:nvSpPr>
        <p:spPr>
          <a:xfrm>
            <a:off x="5067075" y="387150"/>
            <a:ext cx="3267600" cy="288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Emt &amp; </a:t>
            </a:r>
            <a:r>
              <a:rPr lang="en"/>
              <a:t>Fire Events</a:t>
            </a:r>
            <a:r>
              <a:rPr lang="en"/>
              <a:t> by Station</a:t>
            </a:r>
            <a:endParaRPr/>
          </a:p>
        </p:txBody>
      </p:sp>
      <p:sp>
        <p:nvSpPr>
          <p:cNvPr id="850" name="Google Shape;850;p88"/>
          <p:cNvSpPr txBox="1"/>
          <p:nvPr>
            <p:ph idx="14" type="subTitle"/>
          </p:nvPr>
        </p:nvSpPr>
        <p:spPr>
          <a:xfrm>
            <a:off x="5067075" y="1064088"/>
            <a:ext cx="3267600" cy="2886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None/>
            </a:pPr>
            <a:r>
              <a:rPr lang="en"/>
              <a:t>EMS vs Fire events Comparison</a:t>
            </a:r>
            <a:endParaRPr/>
          </a:p>
        </p:txBody>
      </p:sp>
      <p:sp>
        <p:nvSpPr>
          <p:cNvPr id="851" name="Google Shape;851;p88"/>
          <p:cNvSpPr txBox="1"/>
          <p:nvPr>
            <p:ph idx="15" type="subTitle"/>
          </p:nvPr>
        </p:nvSpPr>
        <p:spPr>
          <a:xfrm>
            <a:off x="5067075" y="1741025"/>
            <a:ext cx="3267600" cy="2886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None/>
            </a:pPr>
            <a:r>
              <a:rPr lang="en"/>
              <a:t>Top 10 Busiest stations by EMS</a:t>
            </a:r>
            <a:endParaRPr/>
          </a:p>
        </p:txBody>
      </p:sp>
      <p:sp>
        <p:nvSpPr>
          <p:cNvPr id="852" name="Google Shape;852;p88"/>
          <p:cNvSpPr txBox="1"/>
          <p:nvPr>
            <p:ph idx="16" type="subTitle"/>
          </p:nvPr>
        </p:nvSpPr>
        <p:spPr>
          <a:xfrm>
            <a:off x="5067075" y="2422306"/>
            <a:ext cx="3267600" cy="2886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None/>
            </a:pPr>
            <a:r>
              <a:rPr lang="en"/>
              <a:t>Top 10 Stations by Fire Events </a:t>
            </a:r>
            <a:endParaRPr/>
          </a:p>
        </p:txBody>
      </p:sp>
      <p:sp>
        <p:nvSpPr>
          <p:cNvPr id="853" name="Google Shape;853;p88"/>
          <p:cNvSpPr txBox="1"/>
          <p:nvPr>
            <p:ph idx="17" type="subTitle"/>
          </p:nvPr>
        </p:nvSpPr>
        <p:spPr>
          <a:xfrm>
            <a:off x="5067075" y="3096606"/>
            <a:ext cx="3267600" cy="2886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None/>
            </a:pPr>
            <a:r>
              <a:rPr lang="en"/>
              <a:t>Top 10 slowest stations (EMS)</a:t>
            </a:r>
            <a:endParaRPr/>
          </a:p>
        </p:txBody>
      </p:sp>
      <p:sp>
        <p:nvSpPr>
          <p:cNvPr id="854" name="Google Shape;854;p88"/>
          <p:cNvSpPr txBox="1"/>
          <p:nvPr>
            <p:ph idx="18" type="subTitle"/>
          </p:nvPr>
        </p:nvSpPr>
        <p:spPr>
          <a:xfrm>
            <a:off x="5067075" y="3770931"/>
            <a:ext cx="3267600" cy="2886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None/>
            </a:pPr>
            <a:r>
              <a:rPr lang="en"/>
              <a:t>Top 10 slowest by Fire events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8" name="Shape 858"/>
        <p:cNvGrpSpPr/>
        <p:nvPr/>
      </p:nvGrpSpPr>
      <p:grpSpPr>
        <a:xfrm>
          <a:off x="0" y="0"/>
          <a:ext cx="0" cy="0"/>
          <a:chOff x="0" y="0"/>
          <a:chExt cx="0" cy="0"/>
        </a:xfrm>
      </p:grpSpPr>
      <p:sp>
        <p:nvSpPr>
          <p:cNvPr id="859" name="Google Shape;859;p89"/>
          <p:cNvSpPr txBox="1"/>
          <p:nvPr>
            <p:ph type="title"/>
          </p:nvPr>
        </p:nvSpPr>
        <p:spPr>
          <a:xfrm>
            <a:off x="228600" y="234750"/>
            <a:ext cx="3904500" cy="981900"/>
          </a:xfrm>
          <a:prstGeom prst="rect">
            <a:avLst/>
          </a:prstGeom>
        </p:spPr>
        <p:txBody>
          <a:bodyPr anchorCtr="0" anchor="t" bIns="91425" lIns="0" spcFirstLastPara="1" rIns="91425" wrap="square" tIns="0">
            <a:spAutoFit/>
          </a:bodyPr>
          <a:lstStyle/>
          <a:p>
            <a:pPr indent="0" lvl="0" marL="0" rtl="0" algn="l">
              <a:spcBef>
                <a:spcPts val="0"/>
              </a:spcBef>
              <a:spcAft>
                <a:spcPts val="0"/>
              </a:spcAft>
              <a:buNone/>
            </a:pPr>
            <a:r>
              <a:rPr lang="en"/>
              <a:t>Created by Isaac Hocker</a:t>
            </a:r>
            <a:endParaRPr/>
          </a:p>
        </p:txBody>
      </p:sp>
      <p:sp>
        <p:nvSpPr>
          <p:cNvPr id="860" name="Google Shape;860;p89"/>
          <p:cNvSpPr txBox="1"/>
          <p:nvPr>
            <p:ph idx="4" type="subTitle"/>
          </p:nvPr>
        </p:nvSpPr>
        <p:spPr>
          <a:xfrm>
            <a:off x="4716740" y="4675975"/>
            <a:ext cx="2294700" cy="23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Quarter Month</a:t>
            </a:r>
            <a:endParaRPr/>
          </a:p>
        </p:txBody>
      </p:sp>
      <p:sp>
        <p:nvSpPr>
          <p:cNvPr id="861" name="Google Shape;861;p89"/>
          <p:cNvSpPr txBox="1"/>
          <p:nvPr>
            <p:ph idx="5" type="subTitle"/>
          </p:nvPr>
        </p:nvSpPr>
        <p:spPr>
          <a:xfrm>
            <a:off x="6859200" y="4683725"/>
            <a:ext cx="2056500" cy="228600"/>
          </a:xfrm>
          <a:prstGeom prst="rect">
            <a:avLst/>
          </a:prstGeom>
        </p:spPr>
        <p:txBody>
          <a:bodyPr anchorCtr="0" anchor="b" bIns="0" lIns="0" spcFirstLastPara="1" rIns="0" wrap="square" tIns="0">
            <a:noAutofit/>
          </a:bodyPr>
          <a:lstStyle/>
          <a:p>
            <a:pPr indent="0" lvl="0" marL="0" rtl="0" algn="r">
              <a:spcBef>
                <a:spcPts val="0"/>
              </a:spcBef>
              <a:spcAft>
                <a:spcPts val="0"/>
              </a:spcAft>
              <a:buNone/>
            </a:pPr>
            <a:r>
              <a:rPr lang="en"/>
              <a:t>Year</a:t>
            </a:r>
            <a:endParaRPr/>
          </a:p>
        </p:txBody>
      </p:sp>
      <p:sp>
        <p:nvSpPr>
          <p:cNvPr id="862" name="Google Shape;862;p89"/>
          <p:cNvSpPr txBox="1"/>
          <p:nvPr/>
        </p:nvSpPr>
        <p:spPr>
          <a:xfrm>
            <a:off x="2190750" y="1074025"/>
            <a:ext cx="6724800" cy="331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lt1"/>
                </a:solidFill>
                <a:latin typeface="Urbanist"/>
                <a:ea typeface="Urbanist"/>
                <a:cs typeface="Urbanist"/>
                <a:sym typeface="Urbanist"/>
              </a:rPr>
              <a:t>For my project I wanted to used data from Houston Fire Department fom the year 2023 which would showcase incident reports based on EMS and Fire rescue calls. The reason I chose this project was because around this time last year I was previously enrolled in the Houston Fire Academy where I wanted to become a </a:t>
            </a:r>
            <a:r>
              <a:rPr lang="en" sz="1500">
                <a:solidFill>
                  <a:schemeClr val="lt1"/>
                </a:solidFill>
                <a:latin typeface="Urbanist"/>
                <a:ea typeface="Urbanist"/>
                <a:cs typeface="Urbanist"/>
                <a:sym typeface="Urbanist"/>
              </a:rPr>
              <a:t>firefighter</a:t>
            </a:r>
            <a:r>
              <a:rPr lang="en" sz="1500">
                <a:solidFill>
                  <a:schemeClr val="lt1"/>
                </a:solidFill>
                <a:latin typeface="Urbanist"/>
                <a:ea typeface="Urbanist"/>
                <a:cs typeface="Urbanist"/>
                <a:sym typeface="Urbanist"/>
              </a:rPr>
              <a:t>. The inspiration of becoming one was from my step father who became a firefight about 11 years ago. Due to some </a:t>
            </a:r>
            <a:r>
              <a:rPr lang="en" sz="1500">
                <a:solidFill>
                  <a:schemeClr val="lt1"/>
                </a:solidFill>
                <a:latin typeface="Urbanist"/>
                <a:ea typeface="Urbanist"/>
                <a:cs typeface="Urbanist"/>
                <a:sym typeface="Urbanist"/>
              </a:rPr>
              <a:t>circumstances</a:t>
            </a:r>
            <a:r>
              <a:rPr lang="en" sz="1500">
                <a:solidFill>
                  <a:schemeClr val="lt1"/>
                </a:solidFill>
                <a:latin typeface="Urbanist"/>
                <a:ea typeface="Urbanist"/>
                <a:cs typeface="Urbanist"/>
                <a:sym typeface="Urbanist"/>
              </a:rPr>
              <a:t> and challenges I faced I was not able to get passed the EMT portion of the school which was the hardest. Basically a 6 month program stuffed into 2 and a half months of school. Ever since then I’ve had an </a:t>
            </a:r>
            <a:r>
              <a:rPr lang="en" sz="1500">
                <a:solidFill>
                  <a:schemeClr val="lt1"/>
                </a:solidFill>
                <a:latin typeface="Urbanist"/>
                <a:ea typeface="Urbanist"/>
                <a:cs typeface="Urbanist"/>
                <a:sym typeface="Urbanist"/>
              </a:rPr>
              <a:t>appreciation</a:t>
            </a:r>
            <a:r>
              <a:rPr lang="en" sz="1500">
                <a:solidFill>
                  <a:schemeClr val="lt1"/>
                </a:solidFill>
                <a:latin typeface="Urbanist"/>
                <a:ea typeface="Urbanist"/>
                <a:cs typeface="Urbanist"/>
                <a:sym typeface="Urbanist"/>
              </a:rPr>
              <a:t> for first responders not just fire fighters, but also police officers as well. Even though I am not covering hpd hopefully my project gives you an insight about what all first responders go through.</a:t>
            </a:r>
            <a:endParaRPr sz="1500">
              <a:solidFill>
                <a:schemeClr val="lt1"/>
              </a:solidFill>
              <a:latin typeface="Urbanist"/>
              <a:ea typeface="Urbanist"/>
              <a:cs typeface="Urbanist"/>
              <a:sym typeface="Urbanis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6" name="Shape 866"/>
        <p:cNvGrpSpPr/>
        <p:nvPr/>
      </p:nvGrpSpPr>
      <p:grpSpPr>
        <a:xfrm>
          <a:off x="0" y="0"/>
          <a:ext cx="0" cy="0"/>
          <a:chOff x="0" y="0"/>
          <a:chExt cx="0" cy="0"/>
        </a:xfrm>
      </p:grpSpPr>
      <p:sp>
        <p:nvSpPr>
          <p:cNvPr id="867" name="Google Shape;867;p90"/>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Quarter Month</a:t>
            </a:r>
            <a:endParaRPr/>
          </a:p>
        </p:txBody>
      </p:sp>
      <p:sp>
        <p:nvSpPr>
          <p:cNvPr id="868" name="Google Shape;868;p90"/>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p>
            <a:pPr indent="0" lvl="0" marL="0" rtl="0" algn="r">
              <a:spcBef>
                <a:spcPts val="0"/>
              </a:spcBef>
              <a:spcAft>
                <a:spcPts val="0"/>
              </a:spcAft>
              <a:buNone/>
            </a:pPr>
            <a:r>
              <a:rPr lang="en"/>
              <a:t>Year</a:t>
            </a:r>
            <a:endParaRPr/>
          </a:p>
        </p:txBody>
      </p:sp>
      <p:sp>
        <p:nvSpPr>
          <p:cNvPr id="869" name="Google Shape;869;p90"/>
          <p:cNvSpPr txBox="1"/>
          <p:nvPr>
            <p:ph type="title"/>
          </p:nvPr>
        </p:nvSpPr>
        <p:spPr>
          <a:xfrm>
            <a:off x="228600" y="290448"/>
            <a:ext cx="3655800" cy="3324600"/>
          </a:xfrm>
          <a:prstGeom prst="rect">
            <a:avLst/>
          </a:prstGeom>
        </p:spPr>
        <p:txBody>
          <a:bodyPr anchorCtr="0" anchor="t" bIns="91425" lIns="0" spcFirstLastPara="1" rIns="91425" wrap="square" tIns="91425">
            <a:spAutoFit/>
          </a:bodyPr>
          <a:lstStyle/>
          <a:p>
            <a:pPr indent="0" lvl="0" marL="0" rtl="0" algn="l">
              <a:spcBef>
                <a:spcPts val="0"/>
              </a:spcBef>
              <a:spcAft>
                <a:spcPts val="0"/>
              </a:spcAft>
              <a:buNone/>
            </a:pPr>
            <a:r>
              <a:rPr lang="en"/>
              <a:t>The Difference between EMS &amp; Fire rescue</a:t>
            </a:r>
            <a:endParaRPr/>
          </a:p>
        </p:txBody>
      </p:sp>
      <p:sp>
        <p:nvSpPr>
          <p:cNvPr id="870" name="Google Shape;870;p90"/>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p>
            <a:pPr indent="0" lvl="0" marL="0" rtl="0" algn="l">
              <a:spcBef>
                <a:spcPts val="0"/>
              </a:spcBef>
              <a:spcAft>
                <a:spcPts val="0"/>
              </a:spcAft>
              <a:buClr>
                <a:schemeClr val="dk1"/>
              </a:buClr>
              <a:buSzPts val="1100"/>
              <a:buNone/>
            </a:pPr>
            <a:r>
              <a:rPr lang="en"/>
              <a:t>Company Name</a:t>
            </a:r>
            <a:endParaRPr/>
          </a:p>
        </p:txBody>
      </p:sp>
      <p:sp>
        <p:nvSpPr>
          <p:cNvPr id="871" name="Google Shape;871;p90"/>
          <p:cNvSpPr txBox="1"/>
          <p:nvPr/>
        </p:nvSpPr>
        <p:spPr>
          <a:xfrm>
            <a:off x="4522725" y="647050"/>
            <a:ext cx="4392600" cy="312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lt1"/>
                </a:solidFill>
                <a:latin typeface="Urbanist"/>
                <a:ea typeface="Urbanist"/>
                <a:cs typeface="Urbanist"/>
                <a:sym typeface="Urbanist"/>
              </a:rPr>
              <a:t>EMS calls are </a:t>
            </a:r>
            <a:r>
              <a:rPr lang="en" sz="1600">
                <a:solidFill>
                  <a:schemeClr val="lt1"/>
                </a:solidFill>
                <a:latin typeface="Urbanist"/>
                <a:ea typeface="Urbanist"/>
                <a:cs typeface="Urbanist"/>
                <a:sym typeface="Urbanist"/>
              </a:rPr>
              <a:t>usually</a:t>
            </a:r>
            <a:r>
              <a:rPr lang="en" sz="1600">
                <a:solidFill>
                  <a:schemeClr val="lt1"/>
                </a:solidFill>
                <a:latin typeface="Urbanist"/>
                <a:ea typeface="Urbanist"/>
                <a:cs typeface="Urbanist"/>
                <a:sym typeface="Urbanist"/>
              </a:rPr>
              <a:t> higher volume than fire rescue call due to the severity of fire events that happen. Usually EMS calls can range from someone having trouble breathing, to a stroke and even a heart attack. They also respond to calls where there were car accidents and fata shootings. While Fire rescue usually go to calls where there are burning </a:t>
            </a:r>
            <a:r>
              <a:rPr lang="en" sz="1600">
                <a:solidFill>
                  <a:schemeClr val="lt1"/>
                </a:solidFill>
                <a:latin typeface="Urbanist"/>
                <a:ea typeface="Urbanist"/>
                <a:cs typeface="Urbanist"/>
                <a:sym typeface="Urbanist"/>
              </a:rPr>
              <a:t>buildings</a:t>
            </a:r>
            <a:r>
              <a:rPr lang="en" sz="1600">
                <a:solidFill>
                  <a:schemeClr val="lt1"/>
                </a:solidFill>
                <a:latin typeface="Urbanist"/>
                <a:ea typeface="Urbanist"/>
                <a:cs typeface="Urbanist"/>
                <a:sym typeface="Urbanist"/>
              </a:rPr>
              <a:t> , but also calls where there might be a gas leak and a smoke detector going off. </a:t>
            </a:r>
            <a:endParaRPr sz="1900">
              <a:solidFill>
                <a:schemeClr val="lt1"/>
              </a:solidFill>
              <a:latin typeface="Urbanist"/>
              <a:ea typeface="Urbanist"/>
              <a:cs typeface="Urbanist"/>
              <a:sym typeface="Urbanis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5" name="Shape 875"/>
        <p:cNvGrpSpPr/>
        <p:nvPr/>
      </p:nvGrpSpPr>
      <p:grpSpPr>
        <a:xfrm>
          <a:off x="0" y="0"/>
          <a:ext cx="0" cy="0"/>
          <a:chOff x="0" y="0"/>
          <a:chExt cx="0" cy="0"/>
        </a:xfrm>
      </p:grpSpPr>
      <p:sp>
        <p:nvSpPr>
          <p:cNvPr id="876" name="Google Shape;876;p91"/>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877" name="Google Shape;877;p91"/>
          <p:cNvSpPr txBox="1"/>
          <p:nvPr>
            <p:ph idx="4" type="title"/>
          </p:nvPr>
        </p:nvSpPr>
        <p:spPr>
          <a:xfrm>
            <a:off x="6086100" y="4778975"/>
            <a:ext cx="1328400" cy="762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Date</a:t>
            </a:r>
            <a:endParaRPr/>
          </a:p>
        </p:txBody>
      </p:sp>
      <p:sp>
        <p:nvSpPr>
          <p:cNvPr id="878" name="Google Shape;878;p91"/>
          <p:cNvSpPr txBox="1"/>
          <p:nvPr/>
        </p:nvSpPr>
        <p:spPr>
          <a:xfrm>
            <a:off x="284850" y="286800"/>
            <a:ext cx="4227300" cy="1153800"/>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None/>
            </a:pPr>
            <a:r>
              <a:rPr lang="en" sz="3600">
                <a:solidFill>
                  <a:schemeClr val="dk1"/>
                </a:solidFill>
                <a:latin typeface="Inter"/>
                <a:ea typeface="Inter"/>
                <a:cs typeface="Inter"/>
                <a:sym typeface="Inter"/>
              </a:rPr>
              <a:t>Emt Events </a:t>
            </a:r>
            <a:endParaRPr sz="3600">
              <a:solidFill>
                <a:schemeClr val="accent1"/>
              </a:solidFill>
              <a:latin typeface="Inter"/>
              <a:ea typeface="Inter"/>
              <a:cs typeface="Inter"/>
              <a:sym typeface="Inter"/>
            </a:endParaRPr>
          </a:p>
        </p:txBody>
      </p:sp>
      <p:pic>
        <p:nvPicPr>
          <p:cNvPr id="879" name="Google Shape;879;p91" title="Screenshot 2025-12-08 112303.png"/>
          <p:cNvPicPr preferRelativeResize="0"/>
          <p:nvPr/>
        </p:nvPicPr>
        <p:blipFill>
          <a:blip r:embed="rId3">
            <a:alphaModFix/>
          </a:blip>
          <a:stretch>
            <a:fillRect/>
          </a:stretch>
        </p:blipFill>
        <p:spPr>
          <a:xfrm>
            <a:off x="4816875" y="19188"/>
            <a:ext cx="4327127" cy="2842769"/>
          </a:xfrm>
          <a:prstGeom prst="rect">
            <a:avLst/>
          </a:prstGeom>
          <a:noFill/>
          <a:ln>
            <a:noFill/>
          </a:ln>
        </p:spPr>
      </p:pic>
      <p:pic>
        <p:nvPicPr>
          <p:cNvPr id="880" name="Google Shape;880;p91" title="Screenshot 2025-12-08 112311.png"/>
          <p:cNvPicPr preferRelativeResize="0"/>
          <p:nvPr/>
        </p:nvPicPr>
        <p:blipFill>
          <a:blip r:embed="rId4">
            <a:alphaModFix/>
          </a:blip>
          <a:stretch>
            <a:fillRect/>
          </a:stretch>
        </p:blipFill>
        <p:spPr>
          <a:xfrm>
            <a:off x="4816875" y="2945125"/>
            <a:ext cx="4327126" cy="2016675"/>
          </a:xfrm>
          <a:prstGeom prst="rect">
            <a:avLst/>
          </a:prstGeom>
          <a:noFill/>
          <a:ln>
            <a:noFill/>
          </a:ln>
        </p:spPr>
      </p:pic>
      <p:sp>
        <p:nvSpPr>
          <p:cNvPr id="881" name="Google Shape;881;p91"/>
          <p:cNvSpPr txBox="1"/>
          <p:nvPr/>
        </p:nvSpPr>
        <p:spPr>
          <a:xfrm>
            <a:off x="385950" y="1227125"/>
            <a:ext cx="4186200" cy="278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1"/>
                </a:solidFill>
                <a:latin typeface="Inter"/>
                <a:ea typeface="Inter"/>
                <a:cs typeface="Inter"/>
                <a:sym typeface="Inter"/>
              </a:rPr>
              <a:t>This chart shows how many EMS events each station handled during the year of 2023. The taller bars represent the stations who had higher number of call volumes compared to the other stations with the lower numbers. The reason this data is important is because it highlights which areas based of the stations have highest emergency demand.</a:t>
            </a:r>
            <a:endParaRPr sz="1600">
              <a:solidFill>
                <a:schemeClr val="dk1"/>
              </a:solidFill>
              <a:latin typeface="Inter"/>
              <a:ea typeface="Inter"/>
              <a:cs typeface="Inter"/>
              <a:sym typeface="Inte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5" name="Shape 885"/>
        <p:cNvGrpSpPr/>
        <p:nvPr/>
      </p:nvGrpSpPr>
      <p:grpSpPr>
        <a:xfrm>
          <a:off x="0" y="0"/>
          <a:ext cx="0" cy="0"/>
          <a:chOff x="0" y="0"/>
          <a:chExt cx="0" cy="0"/>
        </a:xfrm>
      </p:grpSpPr>
      <p:sp>
        <p:nvSpPr>
          <p:cNvPr id="886" name="Google Shape;886;p92"/>
          <p:cNvSpPr txBox="1"/>
          <p:nvPr>
            <p:ph type="title"/>
          </p:nvPr>
        </p:nvSpPr>
        <p:spPr>
          <a:xfrm>
            <a:off x="283850" y="285900"/>
            <a:ext cx="4227600" cy="4710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Fire Events</a:t>
            </a:r>
            <a:endParaRPr/>
          </a:p>
        </p:txBody>
      </p:sp>
      <p:pic>
        <p:nvPicPr>
          <p:cNvPr id="887" name="Google Shape;887;p92" title="Screenshot 2025-12-08 112753.png"/>
          <p:cNvPicPr preferRelativeResize="0"/>
          <p:nvPr/>
        </p:nvPicPr>
        <p:blipFill>
          <a:blip r:embed="rId3">
            <a:alphaModFix/>
          </a:blip>
          <a:stretch>
            <a:fillRect/>
          </a:stretch>
        </p:blipFill>
        <p:spPr>
          <a:xfrm>
            <a:off x="4664375" y="0"/>
            <a:ext cx="4327225" cy="2874825"/>
          </a:xfrm>
          <a:prstGeom prst="rect">
            <a:avLst/>
          </a:prstGeom>
          <a:noFill/>
          <a:ln>
            <a:noFill/>
          </a:ln>
        </p:spPr>
      </p:pic>
      <p:pic>
        <p:nvPicPr>
          <p:cNvPr id="888" name="Google Shape;888;p92" title="Screenshot 2025-12-08 112759.png"/>
          <p:cNvPicPr preferRelativeResize="0"/>
          <p:nvPr/>
        </p:nvPicPr>
        <p:blipFill>
          <a:blip r:embed="rId4">
            <a:alphaModFix/>
          </a:blip>
          <a:stretch>
            <a:fillRect/>
          </a:stretch>
        </p:blipFill>
        <p:spPr>
          <a:xfrm>
            <a:off x="4664375" y="2874825"/>
            <a:ext cx="4327225" cy="1938325"/>
          </a:xfrm>
          <a:prstGeom prst="rect">
            <a:avLst/>
          </a:prstGeom>
          <a:noFill/>
          <a:ln>
            <a:noFill/>
          </a:ln>
        </p:spPr>
      </p:pic>
      <p:sp>
        <p:nvSpPr>
          <p:cNvPr id="889" name="Google Shape;889;p92"/>
          <p:cNvSpPr txBox="1"/>
          <p:nvPr/>
        </p:nvSpPr>
        <p:spPr>
          <a:xfrm>
            <a:off x="311725" y="1056400"/>
            <a:ext cx="4200300" cy="372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dk1"/>
                </a:solidFill>
                <a:latin typeface="Inter"/>
                <a:ea typeface="Inter"/>
                <a:cs typeface="Inter"/>
                <a:sym typeface="Inter"/>
              </a:rPr>
              <a:t>The graph helps </a:t>
            </a:r>
            <a:r>
              <a:rPr lang="en" sz="1500">
                <a:solidFill>
                  <a:schemeClr val="dk1"/>
                </a:solidFill>
                <a:latin typeface="Inter"/>
                <a:ea typeface="Inter"/>
                <a:cs typeface="Inter"/>
                <a:sym typeface="Inter"/>
              </a:rPr>
              <a:t>identify</a:t>
            </a:r>
            <a:r>
              <a:rPr lang="en" sz="1500">
                <a:solidFill>
                  <a:schemeClr val="dk1"/>
                </a:solidFill>
                <a:latin typeface="Inter"/>
                <a:ea typeface="Inter"/>
                <a:cs typeface="Inter"/>
                <a:sym typeface="Inter"/>
              </a:rPr>
              <a:t> which stations that deal with the </a:t>
            </a:r>
            <a:r>
              <a:rPr lang="en" sz="1500">
                <a:solidFill>
                  <a:schemeClr val="dk1"/>
                </a:solidFill>
                <a:latin typeface="Inter"/>
                <a:ea typeface="Inter"/>
                <a:cs typeface="Inter"/>
                <a:sym typeface="Inter"/>
              </a:rPr>
              <a:t>highest amount of fire activity. Knowing which stations are busier can help as a being a civilian in the outside we can determine which areas have more emergencies which can cause heavy traffic. Most of the time fires can start from numerous factors such as population density, older buildings with old wiring , and neighborhoods with higher risk factors.</a:t>
            </a:r>
            <a:endParaRPr sz="1500">
              <a:solidFill>
                <a:schemeClr val="dk1"/>
              </a:solidFill>
              <a:latin typeface="Inter"/>
              <a:ea typeface="Inter"/>
              <a:cs typeface="Inter"/>
              <a:sym typeface="Inte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3" name="Shape 893"/>
        <p:cNvGrpSpPr/>
        <p:nvPr/>
      </p:nvGrpSpPr>
      <p:grpSpPr>
        <a:xfrm>
          <a:off x="0" y="0"/>
          <a:ext cx="0" cy="0"/>
          <a:chOff x="0" y="0"/>
          <a:chExt cx="0" cy="0"/>
        </a:xfrm>
      </p:grpSpPr>
      <p:sp>
        <p:nvSpPr>
          <p:cNvPr id="894" name="Google Shape;894;p93"/>
          <p:cNvSpPr txBox="1"/>
          <p:nvPr>
            <p:ph type="title"/>
          </p:nvPr>
        </p:nvSpPr>
        <p:spPr>
          <a:xfrm>
            <a:off x="283850" y="285900"/>
            <a:ext cx="4227600" cy="9420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Ems Events vs Fire events</a:t>
            </a:r>
            <a:endParaRPr/>
          </a:p>
        </p:txBody>
      </p:sp>
      <p:pic>
        <p:nvPicPr>
          <p:cNvPr id="895" name="Google Shape;895;p93" title="Screenshot 2025-12-08 113320.png"/>
          <p:cNvPicPr preferRelativeResize="0"/>
          <p:nvPr/>
        </p:nvPicPr>
        <p:blipFill>
          <a:blip r:embed="rId3">
            <a:alphaModFix/>
          </a:blip>
          <a:stretch>
            <a:fillRect/>
          </a:stretch>
        </p:blipFill>
        <p:spPr>
          <a:xfrm>
            <a:off x="4664375" y="0"/>
            <a:ext cx="4327226" cy="2599226"/>
          </a:xfrm>
          <a:prstGeom prst="rect">
            <a:avLst/>
          </a:prstGeom>
          <a:noFill/>
          <a:ln>
            <a:noFill/>
          </a:ln>
        </p:spPr>
      </p:pic>
      <p:pic>
        <p:nvPicPr>
          <p:cNvPr id="896" name="Google Shape;896;p93" title="Screenshot 2025-12-08 113336.png"/>
          <p:cNvPicPr preferRelativeResize="0"/>
          <p:nvPr/>
        </p:nvPicPr>
        <p:blipFill>
          <a:blip r:embed="rId4">
            <a:alphaModFix/>
          </a:blip>
          <a:stretch>
            <a:fillRect/>
          </a:stretch>
        </p:blipFill>
        <p:spPr>
          <a:xfrm>
            <a:off x="4664375" y="2574150"/>
            <a:ext cx="4327225" cy="2391225"/>
          </a:xfrm>
          <a:prstGeom prst="rect">
            <a:avLst/>
          </a:prstGeom>
          <a:noFill/>
          <a:ln>
            <a:noFill/>
          </a:ln>
        </p:spPr>
      </p:pic>
      <p:sp>
        <p:nvSpPr>
          <p:cNvPr id="897" name="Google Shape;897;p93"/>
          <p:cNvSpPr txBox="1"/>
          <p:nvPr/>
        </p:nvSpPr>
        <p:spPr>
          <a:xfrm>
            <a:off x="299350" y="1477000"/>
            <a:ext cx="3995700" cy="338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1"/>
                </a:solidFill>
                <a:latin typeface="Inter"/>
                <a:ea typeface="Inter"/>
                <a:cs typeface="Inter"/>
                <a:sym typeface="Inter"/>
              </a:rPr>
              <a:t>This graph shows how the relationship between two types of </a:t>
            </a:r>
            <a:r>
              <a:rPr lang="en" sz="1600">
                <a:solidFill>
                  <a:schemeClr val="dk1"/>
                </a:solidFill>
                <a:latin typeface="Inter"/>
                <a:ea typeface="Inter"/>
                <a:cs typeface="Inter"/>
                <a:sym typeface="Inter"/>
              </a:rPr>
              <a:t>emergency</a:t>
            </a:r>
            <a:r>
              <a:rPr lang="en" sz="1600">
                <a:solidFill>
                  <a:schemeClr val="dk1"/>
                </a:solidFill>
                <a:latin typeface="Inter"/>
                <a:ea typeface="Inter"/>
                <a:cs typeface="Inter"/>
                <a:sym typeface="Inter"/>
              </a:rPr>
              <a:t> </a:t>
            </a:r>
            <a:r>
              <a:rPr lang="en" sz="1600">
                <a:solidFill>
                  <a:schemeClr val="dk1"/>
                </a:solidFill>
                <a:latin typeface="Inter"/>
                <a:ea typeface="Inter"/>
                <a:cs typeface="Inter"/>
                <a:sym typeface="Inter"/>
              </a:rPr>
              <a:t>activities</a:t>
            </a:r>
            <a:r>
              <a:rPr lang="en" sz="1600">
                <a:solidFill>
                  <a:schemeClr val="dk1"/>
                </a:solidFill>
                <a:latin typeface="Inter"/>
                <a:ea typeface="Inter"/>
                <a:cs typeface="Inter"/>
                <a:sym typeface="Inter"/>
              </a:rPr>
              <a:t>. Seeing how these </a:t>
            </a:r>
            <a:r>
              <a:rPr lang="en" sz="1600">
                <a:solidFill>
                  <a:schemeClr val="dk1"/>
                </a:solidFill>
                <a:latin typeface="Inter"/>
                <a:ea typeface="Inter"/>
                <a:cs typeface="Inter"/>
                <a:sym typeface="Inter"/>
              </a:rPr>
              <a:t>events</a:t>
            </a:r>
            <a:r>
              <a:rPr lang="en" sz="1600">
                <a:solidFill>
                  <a:schemeClr val="dk1"/>
                </a:solidFill>
                <a:latin typeface="Inter"/>
                <a:ea typeface="Inter"/>
                <a:cs typeface="Inter"/>
                <a:sym typeface="Inter"/>
              </a:rPr>
              <a:t> move together helps identify stations that face heavier workloads and may require additional support such as </a:t>
            </a:r>
            <a:r>
              <a:rPr lang="en" sz="1600">
                <a:solidFill>
                  <a:schemeClr val="dk1"/>
                </a:solidFill>
                <a:latin typeface="Inter"/>
                <a:ea typeface="Inter"/>
                <a:cs typeface="Inter"/>
                <a:sym typeface="Inter"/>
              </a:rPr>
              <a:t>staffing</a:t>
            </a:r>
            <a:r>
              <a:rPr lang="en" sz="1600">
                <a:solidFill>
                  <a:schemeClr val="dk1"/>
                </a:solidFill>
                <a:latin typeface="Inter"/>
                <a:ea typeface="Inter"/>
                <a:cs typeface="Inter"/>
                <a:sym typeface="Inter"/>
              </a:rPr>
              <a:t>. In a real </a:t>
            </a:r>
            <a:r>
              <a:rPr lang="en" sz="1600">
                <a:solidFill>
                  <a:schemeClr val="dk1"/>
                </a:solidFill>
                <a:latin typeface="Inter"/>
                <a:ea typeface="Inter"/>
                <a:cs typeface="Inter"/>
                <a:sym typeface="Inter"/>
              </a:rPr>
              <a:t>emergency</a:t>
            </a:r>
            <a:r>
              <a:rPr lang="en" sz="1600">
                <a:solidFill>
                  <a:schemeClr val="dk1"/>
                </a:solidFill>
                <a:latin typeface="Inter"/>
                <a:ea typeface="Inter"/>
                <a:cs typeface="Inter"/>
                <a:sym typeface="Inter"/>
              </a:rPr>
              <a:t> operations, strong relationship between both EMS and fire can help not just each other but us as well. Such as resolving </a:t>
            </a:r>
            <a:r>
              <a:rPr lang="en" sz="1600">
                <a:solidFill>
                  <a:schemeClr val="dk1"/>
                </a:solidFill>
                <a:latin typeface="Inter"/>
                <a:ea typeface="Inter"/>
                <a:cs typeface="Inter"/>
                <a:sym typeface="Inter"/>
              </a:rPr>
              <a:t>incidents</a:t>
            </a:r>
            <a:r>
              <a:rPr lang="en" sz="1600">
                <a:solidFill>
                  <a:schemeClr val="dk1"/>
                </a:solidFill>
                <a:latin typeface="Inter"/>
                <a:ea typeface="Inter"/>
                <a:cs typeface="Inter"/>
                <a:sym typeface="Inter"/>
              </a:rPr>
              <a:t> faster and </a:t>
            </a:r>
            <a:r>
              <a:rPr lang="en" sz="1600">
                <a:solidFill>
                  <a:schemeClr val="dk1"/>
                </a:solidFill>
                <a:latin typeface="Inter"/>
                <a:ea typeface="Inter"/>
                <a:cs typeface="Inter"/>
                <a:sym typeface="Inter"/>
              </a:rPr>
              <a:t>especially</a:t>
            </a:r>
            <a:r>
              <a:rPr lang="en" sz="1600">
                <a:solidFill>
                  <a:schemeClr val="dk1"/>
                </a:solidFill>
                <a:latin typeface="Inter"/>
                <a:ea typeface="Inter"/>
                <a:cs typeface="Inter"/>
                <a:sym typeface="Inter"/>
              </a:rPr>
              <a:t> </a:t>
            </a:r>
            <a:r>
              <a:rPr lang="en" sz="1600">
                <a:solidFill>
                  <a:schemeClr val="dk1"/>
                </a:solidFill>
                <a:latin typeface="Inter"/>
                <a:ea typeface="Inter"/>
                <a:cs typeface="Inter"/>
                <a:sym typeface="Inter"/>
              </a:rPr>
              <a:t>safer</a:t>
            </a:r>
            <a:r>
              <a:rPr lang="en" sz="1600">
                <a:solidFill>
                  <a:schemeClr val="dk1"/>
                </a:solidFill>
                <a:latin typeface="Inter"/>
                <a:ea typeface="Inter"/>
                <a:cs typeface="Inter"/>
                <a:sym typeface="Inter"/>
              </a:rPr>
              <a:t> for everyone else.</a:t>
            </a:r>
            <a:endParaRPr sz="1600">
              <a:solidFill>
                <a:schemeClr val="dk1"/>
              </a:solidFill>
              <a:latin typeface="Inter"/>
              <a:ea typeface="Inter"/>
              <a:cs typeface="Inter"/>
              <a:sym typeface="Inte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1" name="Shape 901"/>
        <p:cNvGrpSpPr/>
        <p:nvPr/>
      </p:nvGrpSpPr>
      <p:grpSpPr>
        <a:xfrm>
          <a:off x="0" y="0"/>
          <a:ext cx="0" cy="0"/>
          <a:chOff x="0" y="0"/>
          <a:chExt cx="0" cy="0"/>
        </a:xfrm>
      </p:grpSpPr>
      <p:sp>
        <p:nvSpPr>
          <p:cNvPr id="902" name="Google Shape;902;p94"/>
          <p:cNvSpPr txBox="1"/>
          <p:nvPr>
            <p:ph type="title"/>
          </p:nvPr>
        </p:nvSpPr>
        <p:spPr>
          <a:xfrm>
            <a:off x="283850" y="285900"/>
            <a:ext cx="4227600" cy="14130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Top 10 busiest stations by EMS calls</a:t>
            </a:r>
            <a:endParaRPr/>
          </a:p>
        </p:txBody>
      </p:sp>
      <p:pic>
        <p:nvPicPr>
          <p:cNvPr id="903" name="Google Shape;903;p94" title="Screenshot 2025-12-08 113831.png"/>
          <p:cNvPicPr preferRelativeResize="0"/>
          <p:nvPr/>
        </p:nvPicPr>
        <p:blipFill>
          <a:blip r:embed="rId3">
            <a:alphaModFix/>
          </a:blip>
          <a:stretch>
            <a:fillRect/>
          </a:stretch>
        </p:blipFill>
        <p:spPr>
          <a:xfrm>
            <a:off x="4664375" y="54425"/>
            <a:ext cx="4327226" cy="2684325"/>
          </a:xfrm>
          <a:prstGeom prst="rect">
            <a:avLst/>
          </a:prstGeom>
          <a:noFill/>
          <a:ln>
            <a:noFill/>
          </a:ln>
        </p:spPr>
      </p:pic>
      <p:pic>
        <p:nvPicPr>
          <p:cNvPr id="904" name="Google Shape;904;p94" title="Screenshot 2025-12-08 113847.png"/>
          <p:cNvPicPr preferRelativeResize="0"/>
          <p:nvPr/>
        </p:nvPicPr>
        <p:blipFill>
          <a:blip r:embed="rId4">
            <a:alphaModFix/>
          </a:blip>
          <a:stretch>
            <a:fillRect/>
          </a:stretch>
        </p:blipFill>
        <p:spPr>
          <a:xfrm>
            <a:off x="4588175" y="2738750"/>
            <a:ext cx="4479625" cy="2084400"/>
          </a:xfrm>
          <a:prstGeom prst="rect">
            <a:avLst/>
          </a:prstGeom>
          <a:noFill/>
          <a:ln>
            <a:noFill/>
          </a:ln>
        </p:spPr>
      </p:pic>
      <p:sp>
        <p:nvSpPr>
          <p:cNvPr id="905" name="Google Shape;905;p94"/>
          <p:cNvSpPr txBox="1"/>
          <p:nvPr/>
        </p:nvSpPr>
        <p:spPr>
          <a:xfrm>
            <a:off x="188025" y="2021275"/>
            <a:ext cx="4227600" cy="283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dk1"/>
                </a:solidFill>
                <a:latin typeface="Inter"/>
                <a:ea typeface="Inter"/>
                <a:cs typeface="Inter"/>
                <a:sym typeface="Inter"/>
              </a:rPr>
              <a:t>The graph on the right shows 10 of the busiest stations by EMS call volumes. The reason this is so important is so we can see which areas are the busiest and also seeing based on your eyes where we can add additional staffing or equipment based on how busy the stations are.</a:t>
            </a:r>
            <a:endParaRPr sz="1500">
              <a:solidFill>
                <a:schemeClr val="dk1"/>
              </a:solidFill>
              <a:latin typeface="Inter"/>
              <a:ea typeface="Inter"/>
              <a:cs typeface="Inter"/>
              <a:sym typeface="Inte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9" name="Shape 909"/>
        <p:cNvGrpSpPr/>
        <p:nvPr/>
      </p:nvGrpSpPr>
      <p:grpSpPr>
        <a:xfrm>
          <a:off x="0" y="0"/>
          <a:ext cx="0" cy="0"/>
          <a:chOff x="0" y="0"/>
          <a:chExt cx="0" cy="0"/>
        </a:xfrm>
      </p:grpSpPr>
      <p:sp>
        <p:nvSpPr>
          <p:cNvPr id="910" name="Google Shape;910;p95"/>
          <p:cNvSpPr txBox="1"/>
          <p:nvPr>
            <p:ph type="title"/>
          </p:nvPr>
        </p:nvSpPr>
        <p:spPr>
          <a:xfrm>
            <a:off x="283850" y="285900"/>
            <a:ext cx="4227600" cy="14130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Busiest stations based on fire call volumes</a:t>
            </a:r>
            <a:endParaRPr/>
          </a:p>
        </p:txBody>
      </p:sp>
      <p:pic>
        <p:nvPicPr>
          <p:cNvPr id="911" name="Google Shape;911;p95" title="Screenshot 2025-12-08 114440.png"/>
          <p:cNvPicPr preferRelativeResize="0"/>
          <p:nvPr/>
        </p:nvPicPr>
        <p:blipFill>
          <a:blip r:embed="rId3">
            <a:alphaModFix/>
          </a:blip>
          <a:stretch>
            <a:fillRect/>
          </a:stretch>
        </p:blipFill>
        <p:spPr>
          <a:xfrm>
            <a:off x="4726225" y="34925"/>
            <a:ext cx="4327225" cy="3041305"/>
          </a:xfrm>
          <a:prstGeom prst="rect">
            <a:avLst/>
          </a:prstGeom>
          <a:noFill/>
          <a:ln>
            <a:noFill/>
          </a:ln>
        </p:spPr>
      </p:pic>
      <p:pic>
        <p:nvPicPr>
          <p:cNvPr id="912" name="Google Shape;912;p95" title="Screenshot 2025-12-08 114435.png"/>
          <p:cNvPicPr preferRelativeResize="0"/>
          <p:nvPr/>
        </p:nvPicPr>
        <p:blipFill>
          <a:blip r:embed="rId4">
            <a:alphaModFix/>
          </a:blip>
          <a:stretch>
            <a:fillRect/>
          </a:stretch>
        </p:blipFill>
        <p:spPr>
          <a:xfrm>
            <a:off x="4726225" y="3076225"/>
            <a:ext cx="4417776" cy="2067275"/>
          </a:xfrm>
          <a:prstGeom prst="rect">
            <a:avLst/>
          </a:prstGeom>
          <a:noFill/>
          <a:ln>
            <a:noFill/>
          </a:ln>
        </p:spPr>
      </p:pic>
      <p:sp>
        <p:nvSpPr>
          <p:cNvPr id="913" name="Google Shape;913;p95"/>
          <p:cNvSpPr txBox="1"/>
          <p:nvPr/>
        </p:nvSpPr>
        <p:spPr>
          <a:xfrm>
            <a:off x="163275" y="2058400"/>
            <a:ext cx="4417800" cy="262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Inter"/>
                <a:ea typeface="Inter"/>
                <a:cs typeface="Inter"/>
                <a:sym typeface="Inter"/>
              </a:rPr>
              <a:t>In a real emergency operations, stations with heavy fire call volumes face more stress on personnel, equipment, and response times. Identifying these stations can help he department also </a:t>
            </a:r>
            <a:r>
              <a:rPr lang="en">
                <a:solidFill>
                  <a:schemeClr val="dk1"/>
                </a:solidFill>
                <a:latin typeface="Inter"/>
                <a:ea typeface="Inter"/>
                <a:cs typeface="Inter"/>
                <a:sym typeface="Inter"/>
              </a:rPr>
              <a:t>better</a:t>
            </a:r>
            <a:r>
              <a:rPr lang="en">
                <a:solidFill>
                  <a:schemeClr val="dk1"/>
                </a:solidFill>
                <a:latin typeface="Inter"/>
                <a:ea typeface="Inter"/>
                <a:cs typeface="Inter"/>
                <a:sym typeface="Inter"/>
              </a:rPr>
              <a:t> </a:t>
            </a:r>
            <a:r>
              <a:rPr lang="en">
                <a:solidFill>
                  <a:schemeClr val="dk1"/>
                </a:solidFill>
                <a:latin typeface="Inter"/>
                <a:ea typeface="Inter"/>
                <a:cs typeface="Inter"/>
                <a:sym typeface="Inter"/>
              </a:rPr>
              <a:t>manage</a:t>
            </a:r>
            <a:r>
              <a:rPr lang="en">
                <a:solidFill>
                  <a:schemeClr val="dk1"/>
                </a:solidFill>
                <a:latin typeface="Inter"/>
                <a:ea typeface="Inter"/>
                <a:cs typeface="Inter"/>
                <a:sym typeface="Inter"/>
              </a:rPr>
              <a:t> workloads and prepare for peak times when these calls do happen. High fire activity can indicate areas where prevention programs or </a:t>
            </a:r>
            <a:r>
              <a:rPr lang="en">
                <a:solidFill>
                  <a:schemeClr val="dk1"/>
                </a:solidFill>
                <a:latin typeface="Inter"/>
                <a:ea typeface="Inter"/>
                <a:cs typeface="Inter"/>
                <a:sym typeface="Inter"/>
              </a:rPr>
              <a:t>building</a:t>
            </a:r>
            <a:r>
              <a:rPr lang="en">
                <a:solidFill>
                  <a:schemeClr val="dk1"/>
                </a:solidFill>
                <a:latin typeface="Inter"/>
                <a:ea typeface="Inter"/>
                <a:cs typeface="Inter"/>
                <a:sym typeface="Inter"/>
              </a:rPr>
              <a:t> inspections could be placed to reduce risk.</a:t>
            </a:r>
            <a:endParaRPr>
              <a:solidFill>
                <a:schemeClr val="dk1"/>
              </a:solidFill>
              <a:latin typeface="Inter"/>
              <a:ea typeface="Inter"/>
              <a:cs typeface="Inter"/>
              <a:sym typeface="Inte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7" name="Shape 917"/>
        <p:cNvGrpSpPr/>
        <p:nvPr/>
      </p:nvGrpSpPr>
      <p:grpSpPr>
        <a:xfrm>
          <a:off x="0" y="0"/>
          <a:ext cx="0" cy="0"/>
          <a:chOff x="0" y="0"/>
          <a:chExt cx="0" cy="0"/>
        </a:xfrm>
      </p:grpSpPr>
      <p:sp>
        <p:nvSpPr>
          <p:cNvPr id="918" name="Google Shape;918;p96"/>
          <p:cNvSpPr txBox="1"/>
          <p:nvPr>
            <p:ph type="title"/>
          </p:nvPr>
        </p:nvSpPr>
        <p:spPr>
          <a:xfrm>
            <a:off x="283850" y="285900"/>
            <a:ext cx="4227600" cy="9420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Slowest stations based on EMS calls</a:t>
            </a:r>
            <a:endParaRPr/>
          </a:p>
        </p:txBody>
      </p:sp>
      <p:pic>
        <p:nvPicPr>
          <p:cNvPr id="919" name="Google Shape;919;p96" title="Screenshot 2025-12-08 114930.png"/>
          <p:cNvPicPr preferRelativeResize="0"/>
          <p:nvPr/>
        </p:nvPicPr>
        <p:blipFill>
          <a:blip r:embed="rId3">
            <a:alphaModFix/>
          </a:blip>
          <a:stretch>
            <a:fillRect/>
          </a:stretch>
        </p:blipFill>
        <p:spPr>
          <a:xfrm>
            <a:off x="4816775" y="35000"/>
            <a:ext cx="4327224" cy="2564224"/>
          </a:xfrm>
          <a:prstGeom prst="rect">
            <a:avLst/>
          </a:prstGeom>
          <a:noFill/>
          <a:ln>
            <a:noFill/>
          </a:ln>
        </p:spPr>
      </p:pic>
      <p:pic>
        <p:nvPicPr>
          <p:cNvPr id="920" name="Google Shape;920;p96" title="Screenshot 2025-12-08 114906.png"/>
          <p:cNvPicPr preferRelativeResize="0"/>
          <p:nvPr/>
        </p:nvPicPr>
        <p:blipFill>
          <a:blip r:embed="rId4">
            <a:alphaModFix/>
          </a:blip>
          <a:stretch>
            <a:fillRect/>
          </a:stretch>
        </p:blipFill>
        <p:spPr>
          <a:xfrm>
            <a:off x="4629750" y="2636275"/>
            <a:ext cx="4514249" cy="2450625"/>
          </a:xfrm>
          <a:prstGeom prst="rect">
            <a:avLst/>
          </a:prstGeom>
          <a:noFill/>
          <a:ln>
            <a:noFill/>
          </a:ln>
        </p:spPr>
      </p:pic>
      <p:sp>
        <p:nvSpPr>
          <p:cNvPr id="921" name="Google Shape;921;p96"/>
          <p:cNvSpPr txBox="1"/>
          <p:nvPr/>
        </p:nvSpPr>
        <p:spPr>
          <a:xfrm>
            <a:off x="249875" y="1526475"/>
            <a:ext cx="4327200" cy="333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Inter"/>
                <a:ea typeface="Inter"/>
                <a:cs typeface="Inter"/>
                <a:sym typeface="Inter"/>
              </a:rPr>
              <a:t>For this data I wanted to see where are the slowest stations based off EMS calls would be. The graph on the right helps determine if we need to put less resources in these stations and focus more on the busier stations. This </a:t>
            </a:r>
            <a:r>
              <a:rPr lang="en">
                <a:solidFill>
                  <a:schemeClr val="dk1"/>
                </a:solidFill>
                <a:latin typeface="Inter"/>
                <a:ea typeface="Inter"/>
                <a:cs typeface="Inter"/>
                <a:sym typeface="Inter"/>
              </a:rPr>
              <a:t>could also benefit us as civilians to see which areas have lower risk of car accidents, and shootings that may happen as well. It’s safe to assume that where there are lower call volumes are generally safer areas.</a:t>
            </a:r>
            <a:endParaRPr>
              <a:solidFill>
                <a:schemeClr val="dk1"/>
              </a:solidFill>
              <a:latin typeface="Inter"/>
              <a:ea typeface="Inter"/>
              <a:cs typeface="Inter"/>
              <a:sym typeface="Inte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5" name="Shape 925"/>
        <p:cNvGrpSpPr/>
        <p:nvPr/>
      </p:nvGrpSpPr>
      <p:grpSpPr>
        <a:xfrm>
          <a:off x="0" y="0"/>
          <a:ext cx="0" cy="0"/>
          <a:chOff x="0" y="0"/>
          <a:chExt cx="0" cy="0"/>
        </a:xfrm>
      </p:grpSpPr>
      <p:sp>
        <p:nvSpPr>
          <p:cNvPr id="926" name="Google Shape;926;p97"/>
          <p:cNvSpPr txBox="1"/>
          <p:nvPr>
            <p:ph type="title"/>
          </p:nvPr>
        </p:nvSpPr>
        <p:spPr>
          <a:xfrm>
            <a:off x="283850" y="285900"/>
            <a:ext cx="4227600" cy="14130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Slowest stations based on Fire rescue calls</a:t>
            </a:r>
            <a:endParaRPr/>
          </a:p>
        </p:txBody>
      </p:sp>
      <p:pic>
        <p:nvPicPr>
          <p:cNvPr id="927" name="Google Shape;927;p97" title="Screenshot 2025-12-08 115418.png"/>
          <p:cNvPicPr preferRelativeResize="0"/>
          <p:nvPr/>
        </p:nvPicPr>
        <p:blipFill>
          <a:blip r:embed="rId3">
            <a:alphaModFix/>
          </a:blip>
          <a:stretch>
            <a:fillRect/>
          </a:stretch>
        </p:blipFill>
        <p:spPr>
          <a:xfrm>
            <a:off x="4664375" y="0"/>
            <a:ext cx="4327226" cy="2571749"/>
          </a:xfrm>
          <a:prstGeom prst="rect">
            <a:avLst/>
          </a:prstGeom>
          <a:noFill/>
          <a:ln>
            <a:noFill/>
          </a:ln>
        </p:spPr>
      </p:pic>
      <p:pic>
        <p:nvPicPr>
          <p:cNvPr id="928" name="Google Shape;928;p97" title="Screenshot 2025-12-08 115410.png"/>
          <p:cNvPicPr preferRelativeResize="0"/>
          <p:nvPr/>
        </p:nvPicPr>
        <p:blipFill>
          <a:blip r:embed="rId4">
            <a:alphaModFix/>
          </a:blip>
          <a:stretch>
            <a:fillRect/>
          </a:stretch>
        </p:blipFill>
        <p:spPr>
          <a:xfrm>
            <a:off x="4629750" y="2571750"/>
            <a:ext cx="4361850" cy="2492700"/>
          </a:xfrm>
          <a:prstGeom prst="rect">
            <a:avLst/>
          </a:prstGeom>
          <a:noFill/>
          <a:ln>
            <a:noFill/>
          </a:ln>
        </p:spPr>
      </p:pic>
      <p:sp>
        <p:nvSpPr>
          <p:cNvPr id="929" name="Google Shape;929;p97"/>
          <p:cNvSpPr txBox="1"/>
          <p:nvPr/>
        </p:nvSpPr>
        <p:spPr>
          <a:xfrm>
            <a:off x="262250" y="1922325"/>
            <a:ext cx="4227600" cy="285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Inter"/>
                <a:ea typeface="Inter"/>
                <a:cs typeface="Inter"/>
                <a:sym typeface="Inter"/>
              </a:rPr>
              <a:t>A</a:t>
            </a:r>
            <a:r>
              <a:rPr lang="en">
                <a:solidFill>
                  <a:schemeClr val="dk1"/>
                </a:solidFill>
                <a:latin typeface="Inter"/>
                <a:ea typeface="Inter"/>
                <a:cs typeface="Inter"/>
                <a:sym typeface="Inter"/>
              </a:rPr>
              <a:t>As I did with EMS I wanted to do Fire calls as well to show if any of the stations share the same volume based on EMS calls and from the graphs of both we can see which ones don’t need as much staffing compared those with the highest call volumes.</a:t>
            </a:r>
            <a:endParaRPr>
              <a:solidFill>
                <a:schemeClr val="dk1"/>
              </a:solidFill>
              <a:latin typeface="Inter"/>
              <a:ea typeface="Inter"/>
              <a:cs typeface="Inter"/>
              <a:sym typeface="Inte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3" name="Shape 933"/>
        <p:cNvGrpSpPr/>
        <p:nvPr/>
      </p:nvGrpSpPr>
      <p:grpSpPr>
        <a:xfrm>
          <a:off x="0" y="0"/>
          <a:ext cx="0" cy="0"/>
          <a:chOff x="0" y="0"/>
          <a:chExt cx="0" cy="0"/>
        </a:xfrm>
      </p:grpSpPr>
      <p:pic>
        <p:nvPicPr>
          <p:cNvPr id="934" name="Google Shape;934;p98" title="fire.jpg"/>
          <p:cNvPicPr preferRelativeResize="0"/>
          <p:nvPr>
            <p:ph idx="2" type="pic"/>
          </p:nvPr>
        </p:nvPicPr>
        <p:blipFill rotWithShape="1">
          <a:blip r:embed="rId3">
            <a:alphaModFix/>
          </a:blip>
          <a:srcRect b="0" l="20009" r="20009" t="0"/>
          <a:stretch/>
        </p:blipFill>
        <p:spPr>
          <a:xfrm>
            <a:off x="4629750" y="0"/>
            <a:ext cx="4390500" cy="4683600"/>
          </a:xfrm>
          <a:prstGeom prst="roundRect">
            <a:avLst>
              <a:gd fmla="val 16667" name="adj"/>
            </a:avLst>
          </a:prstGeom>
        </p:spPr>
      </p:pic>
      <p:sp>
        <p:nvSpPr>
          <p:cNvPr id="935" name="Google Shape;935;p98"/>
          <p:cNvSpPr txBox="1"/>
          <p:nvPr>
            <p:ph type="title"/>
          </p:nvPr>
        </p:nvSpPr>
        <p:spPr>
          <a:xfrm>
            <a:off x="283850" y="285900"/>
            <a:ext cx="4227600" cy="4710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Limitations </a:t>
            </a:r>
            <a:endParaRPr/>
          </a:p>
        </p:txBody>
      </p:sp>
      <p:sp>
        <p:nvSpPr>
          <p:cNvPr id="936" name="Google Shape;936;p98"/>
          <p:cNvSpPr txBox="1"/>
          <p:nvPr>
            <p:ph idx="1" type="body"/>
          </p:nvPr>
        </p:nvSpPr>
        <p:spPr>
          <a:xfrm>
            <a:off x="34875" y="1044050"/>
            <a:ext cx="4390500" cy="3516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500"/>
              <a:t>The data set only </a:t>
            </a:r>
            <a:r>
              <a:rPr lang="en" sz="1500"/>
              <a:t>reflects</a:t>
            </a:r>
            <a:r>
              <a:rPr lang="en" sz="1500"/>
              <a:t> only time period and not long term trends, basically because it is based off 2023 year data doesn’t show the years after if there was and differences.</a:t>
            </a:r>
            <a:endParaRPr sz="1500"/>
          </a:p>
          <a:p>
            <a:pPr indent="0" lvl="0" marL="0" rtl="0" algn="l">
              <a:spcBef>
                <a:spcPts val="0"/>
              </a:spcBef>
              <a:spcAft>
                <a:spcPts val="0"/>
              </a:spcAft>
              <a:buNone/>
            </a:pPr>
            <a:r>
              <a:t/>
            </a:r>
            <a:endParaRPr sz="1500"/>
          </a:p>
          <a:p>
            <a:pPr indent="0" lvl="0" marL="0" rtl="0" algn="l">
              <a:spcBef>
                <a:spcPts val="0"/>
              </a:spcBef>
              <a:spcAft>
                <a:spcPts val="0"/>
              </a:spcAft>
              <a:buNone/>
            </a:pPr>
            <a:r>
              <a:rPr lang="en" sz="1500"/>
              <a:t>The data is aggregated(formed) by stations and events that happened. It does not </a:t>
            </a:r>
            <a:r>
              <a:rPr lang="en" sz="1500"/>
              <a:t>include</a:t>
            </a:r>
            <a:r>
              <a:rPr lang="en" sz="1500"/>
              <a:t> detailed call level events.</a:t>
            </a:r>
            <a:endParaRPr sz="1500"/>
          </a:p>
          <a:p>
            <a:pPr indent="0" lvl="0" marL="0" rtl="0" algn="l">
              <a:spcBef>
                <a:spcPts val="0"/>
              </a:spcBef>
              <a:spcAft>
                <a:spcPts val="0"/>
              </a:spcAft>
              <a:buNone/>
            </a:pPr>
            <a:r>
              <a:t/>
            </a:r>
            <a:endParaRPr sz="1500"/>
          </a:p>
          <a:p>
            <a:pPr indent="0" lvl="0" marL="0" rtl="0" algn="l">
              <a:spcBef>
                <a:spcPts val="0"/>
              </a:spcBef>
              <a:spcAft>
                <a:spcPts val="0"/>
              </a:spcAft>
              <a:buNone/>
            </a:pPr>
            <a:r>
              <a:rPr lang="en" sz="1500"/>
              <a:t>The data also does not specify what type of calls were </a:t>
            </a:r>
            <a:r>
              <a:rPr lang="en" sz="1500"/>
              <a:t>specifically</a:t>
            </a:r>
            <a:r>
              <a:rPr lang="en" sz="1500"/>
              <a:t> made but based on two categories which were Fire events and EMS events. </a:t>
            </a:r>
            <a:endParaRPr sz="15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0" name="Shape 940"/>
        <p:cNvGrpSpPr/>
        <p:nvPr/>
      </p:nvGrpSpPr>
      <p:grpSpPr>
        <a:xfrm>
          <a:off x="0" y="0"/>
          <a:ext cx="0" cy="0"/>
          <a:chOff x="0" y="0"/>
          <a:chExt cx="0" cy="0"/>
        </a:xfrm>
      </p:grpSpPr>
      <p:pic>
        <p:nvPicPr>
          <p:cNvPr id="941" name="Google Shape;941;p99" title="houston-fire-department.jpg"/>
          <p:cNvPicPr preferRelativeResize="0"/>
          <p:nvPr>
            <p:ph idx="2" type="pic"/>
          </p:nvPr>
        </p:nvPicPr>
        <p:blipFill rotWithShape="1">
          <a:blip r:embed="rId3">
            <a:alphaModFix/>
          </a:blip>
          <a:srcRect b="0" l="17766" r="17766" t="0"/>
          <a:stretch/>
        </p:blipFill>
        <p:spPr>
          <a:xfrm>
            <a:off x="4629750" y="0"/>
            <a:ext cx="4227000" cy="4683600"/>
          </a:xfrm>
          <a:prstGeom prst="roundRect">
            <a:avLst>
              <a:gd fmla="val 16667" name="adj"/>
            </a:avLst>
          </a:prstGeom>
        </p:spPr>
      </p:pic>
      <p:sp>
        <p:nvSpPr>
          <p:cNvPr id="942" name="Google Shape;942;p99"/>
          <p:cNvSpPr txBox="1"/>
          <p:nvPr>
            <p:ph type="title"/>
          </p:nvPr>
        </p:nvSpPr>
        <p:spPr>
          <a:xfrm>
            <a:off x="283850" y="285900"/>
            <a:ext cx="4227600" cy="9420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What we can learn from this data</a:t>
            </a:r>
            <a:endParaRPr/>
          </a:p>
        </p:txBody>
      </p:sp>
      <p:sp>
        <p:nvSpPr>
          <p:cNvPr id="943" name="Google Shape;943;p99"/>
          <p:cNvSpPr txBox="1"/>
          <p:nvPr/>
        </p:nvSpPr>
        <p:spPr>
          <a:xfrm>
            <a:off x="237500" y="1860475"/>
            <a:ext cx="4227000" cy="299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lt1"/>
              </a:buClr>
              <a:buSzPts val="1100"/>
              <a:buFont typeface="Arial"/>
              <a:buNone/>
            </a:pPr>
            <a:r>
              <a:rPr lang="en">
                <a:solidFill>
                  <a:schemeClr val="dk1"/>
                </a:solidFill>
                <a:latin typeface="Inter"/>
                <a:ea typeface="Inter"/>
                <a:cs typeface="Inter"/>
                <a:sym typeface="Inter"/>
              </a:rPr>
              <a:t>This data gives an insight on how busy or how slow some stations are, which opens the eyes to those who might not be aware of how busy our first responders can be from a daily basis. </a:t>
            </a:r>
            <a:endParaRPr>
              <a:solidFill>
                <a:schemeClr val="dk1"/>
              </a:solidFill>
              <a:latin typeface="Inter"/>
              <a:ea typeface="Inter"/>
              <a:cs typeface="Inter"/>
              <a:sym typeface="Inter"/>
            </a:endParaRPr>
          </a:p>
          <a:p>
            <a:pPr indent="0" lvl="0" marL="0" rtl="0" algn="l">
              <a:spcBef>
                <a:spcPts val="0"/>
              </a:spcBef>
              <a:spcAft>
                <a:spcPts val="0"/>
              </a:spcAft>
              <a:buClr>
                <a:schemeClr val="lt1"/>
              </a:buClr>
              <a:buSzPts val="1100"/>
              <a:buFont typeface="Arial"/>
              <a:buNone/>
            </a:pPr>
            <a:r>
              <a:t/>
            </a:r>
            <a:endParaRPr>
              <a:solidFill>
                <a:schemeClr val="dk1"/>
              </a:solidFill>
              <a:latin typeface="Inter"/>
              <a:ea typeface="Inter"/>
              <a:cs typeface="Inter"/>
              <a:sym typeface="Inter"/>
            </a:endParaRPr>
          </a:p>
          <a:p>
            <a:pPr indent="0" lvl="0" marL="0" rtl="0" algn="l">
              <a:spcBef>
                <a:spcPts val="0"/>
              </a:spcBef>
              <a:spcAft>
                <a:spcPts val="0"/>
              </a:spcAft>
              <a:buClr>
                <a:schemeClr val="lt1"/>
              </a:buClr>
              <a:buSzPts val="1100"/>
              <a:buFont typeface="Arial"/>
              <a:buNone/>
            </a:pPr>
            <a:r>
              <a:rPr lang="en">
                <a:solidFill>
                  <a:schemeClr val="dk1"/>
                </a:solidFill>
                <a:latin typeface="Inter"/>
                <a:ea typeface="Inter"/>
                <a:cs typeface="Inter"/>
                <a:sym typeface="Inter"/>
              </a:rPr>
              <a:t>We can learn and benefit from this as well because the data shows each fire station and each fire station is located in a district that they monitor. How we can benefit from this is predetermining where heavy traffic or accidents occur and trying to avoid them. Also if you plan on moving to another are you can see which areas are typically safer compared to others.</a:t>
            </a:r>
            <a:endParaRPr sz="1300">
              <a:solidFill>
                <a:schemeClr val="lt1"/>
              </a:solidFill>
              <a:latin typeface="Inter"/>
              <a:ea typeface="Inter"/>
              <a:cs typeface="Inter"/>
              <a:sym typeface="Inte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7" name="Shape 947"/>
        <p:cNvGrpSpPr/>
        <p:nvPr/>
      </p:nvGrpSpPr>
      <p:grpSpPr>
        <a:xfrm>
          <a:off x="0" y="0"/>
          <a:ext cx="0" cy="0"/>
          <a:chOff x="0" y="0"/>
          <a:chExt cx="0" cy="0"/>
        </a:xfrm>
      </p:grpSpPr>
      <p:pic>
        <p:nvPicPr>
          <p:cNvPr id="948" name="Google Shape;948;p100" title="484979830_1069211601914494_3289083863210595286_n.jpg"/>
          <p:cNvPicPr preferRelativeResize="0"/>
          <p:nvPr>
            <p:ph idx="2" type="pic"/>
          </p:nvPr>
        </p:nvPicPr>
        <p:blipFill rotWithShape="1">
          <a:blip r:embed="rId3">
            <a:alphaModFix/>
          </a:blip>
          <a:srcRect b="0" l="19901" r="19901" t="0"/>
          <a:stretch/>
        </p:blipFill>
        <p:spPr>
          <a:xfrm>
            <a:off x="4629750" y="0"/>
            <a:ext cx="4227000" cy="4683600"/>
          </a:xfrm>
          <a:prstGeom prst="roundRect">
            <a:avLst>
              <a:gd fmla="val 16667" name="adj"/>
            </a:avLst>
          </a:prstGeom>
        </p:spPr>
      </p:pic>
      <p:sp>
        <p:nvSpPr>
          <p:cNvPr id="949" name="Google Shape;949;p100"/>
          <p:cNvSpPr txBox="1"/>
          <p:nvPr>
            <p:ph type="title"/>
          </p:nvPr>
        </p:nvSpPr>
        <p:spPr>
          <a:xfrm>
            <a:off x="283850" y="285900"/>
            <a:ext cx="4227600" cy="4710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In conclusion</a:t>
            </a:r>
            <a:endParaRPr/>
          </a:p>
        </p:txBody>
      </p:sp>
      <p:sp>
        <p:nvSpPr>
          <p:cNvPr id="950" name="Google Shape;950;p100"/>
          <p:cNvSpPr txBox="1"/>
          <p:nvPr/>
        </p:nvSpPr>
        <p:spPr>
          <a:xfrm>
            <a:off x="64325" y="1353300"/>
            <a:ext cx="4447200" cy="350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Inter"/>
                <a:ea typeface="Inter"/>
                <a:cs typeface="Inter"/>
                <a:sym typeface="Inter"/>
              </a:rPr>
              <a:t>This analysis of Houston Fire Department incident data highlights a big </a:t>
            </a:r>
            <a:r>
              <a:rPr lang="en">
                <a:solidFill>
                  <a:schemeClr val="dk1"/>
                </a:solidFill>
                <a:latin typeface="Inter"/>
                <a:ea typeface="Inter"/>
                <a:cs typeface="Inter"/>
                <a:sym typeface="Inter"/>
              </a:rPr>
              <a:t>difference</a:t>
            </a:r>
            <a:r>
              <a:rPr lang="en">
                <a:solidFill>
                  <a:schemeClr val="dk1"/>
                </a:solidFill>
                <a:latin typeface="Inter"/>
                <a:ea typeface="Inter"/>
                <a:cs typeface="Inter"/>
                <a:sym typeface="Inter"/>
              </a:rPr>
              <a:t> in EMS and Fire </a:t>
            </a:r>
            <a:r>
              <a:rPr lang="en">
                <a:solidFill>
                  <a:schemeClr val="dk1"/>
                </a:solidFill>
                <a:latin typeface="Inter"/>
                <a:ea typeface="Inter"/>
                <a:cs typeface="Inter"/>
                <a:sym typeface="Inter"/>
              </a:rPr>
              <a:t>emergencies</a:t>
            </a:r>
            <a:r>
              <a:rPr lang="en">
                <a:solidFill>
                  <a:schemeClr val="dk1"/>
                </a:solidFill>
                <a:latin typeface="Inter"/>
                <a:ea typeface="Inter"/>
                <a:cs typeface="Inter"/>
                <a:sym typeface="Inter"/>
              </a:rPr>
              <a:t> </a:t>
            </a:r>
            <a:r>
              <a:rPr lang="en">
                <a:solidFill>
                  <a:schemeClr val="dk1"/>
                </a:solidFill>
                <a:latin typeface="Inter"/>
                <a:ea typeface="Inter"/>
                <a:cs typeface="Inter"/>
                <a:sym typeface="Inter"/>
              </a:rPr>
              <a:t>across</a:t>
            </a:r>
            <a:r>
              <a:rPr lang="en">
                <a:solidFill>
                  <a:schemeClr val="dk1"/>
                </a:solidFill>
                <a:latin typeface="Inter"/>
                <a:ea typeface="Inter"/>
                <a:cs typeface="Inter"/>
                <a:sym typeface="Inter"/>
              </a:rPr>
              <a:t> all stations. Several stations </a:t>
            </a:r>
            <a:r>
              <a:rPr lang="en">
                <a:solidFill>
                  <a:schemeClr val="dk1"/>
                </a:solidFill>
                <a:latin typeface="Inter"/>
                <a:ea typeface="Inter"/>
                <a:cs typeface="Inter"/>
                <a:sym typeface="Inter"/>
              </a:rPr>
              <a:t>consistently</a:t>
            </a:r>
            <a:r>
              <a:rPr lang="en">
                <a:solidFill>
                  <a:schemeClr val="dk1"/>
                </a:solidFill>
                <a:latin typeface="Inter"/>
                <a:ea typeface="Inter"/>
                <a:cs typeface="Inter"/>
                <a:sym typeface="Inter"/>
              </a:rPr>
              <a:t> reported higher call volumes, suggesting </a:t>
            </a:r>
            <a:r>
              <a:rPr lang="en">
                <a:solidFill>
                  <a:schemeClr val="dk1"/>
                </a:solidFill>
                <a:latin typeface="Inter"/>
                <a:ea typeface="Inter"/>
                <a:cs typeface="Inter"/>
                <a:sym typeface="Inter"/>
              </a:rPr>
              <a:t>concentrated</a:t>
            </a:r>
            <a:r>
              <a:rPr lang="en">
                <a:solidFill>
                  <a:schemeClr val="dk1"/>
                </a:solidFill>
                <a:latin typeface="Inter"/>
                <a:ea typeface="Inter"/>
                <a:cs typeface="Inter"/>
                <a:sym typeface="Inter"/>
              </a:rPr>
              <a:t> </a:t>
            </a:r>
            <a:r>
              <a:rPr lang="en">
                <a:solidFill>
                  <a:schemeClr val="dk1"/>
                </a:solidFill>
                <a:latin typeface="Inter"/>
                <a:ea typeface="Inter"/>
                <a:cs typeface="Inter"/>
                <a:sym typeface="Inter"/>
              </a:rPr>
              <a:t>emergency</a:t>
            </a:r>
            <a:r>
              <a:rPr lang="en">
                <a:solidFill>
                  <a:schemeClr val="dk1"/>
                </a:solidFill>
                <a:latin typeface="Inter"/>
                <a:ea typeface="Inter"/>
                <a:cs typeface="Inter"/>
                <a:sym typeface="Inter"/>
              </a:rPr>
              <a:t> demand in those areas. Understanding these </a:t>
            </a:r>
            <a:r>
              <a:rPr lang="en">
                <a:solidFill>
                  <a:schemeClr val="dk1"/>
                </a:solidFill>
                <a:latin typeface="Inter"/>
                <a:ea typeface="Inter"/>
                <a:cs typeface="Inter"/>
                <a:sym typeface="Inter"/>
              </a:rPr>
              <a:t>pattern</a:t>
            </a:r>
            <a:r>
              <a:rPr lang="en">
                <a:solidFill>
                  <a:schemeClr val="dk1"/>
                </a:solidFill>
                <a:latin typeface="Inter"/>
                <a:ea typeface="Inter"/>
                <a:cs typeface="Inter"/>
                <a:sym typeface="Inter"/>
              </a:rPr>
              <a:t> is useful in operational plannings, risk </a:t>
            </a:r>
            <a:r>
              <a:rPr lang="en">
                <a:solidFill>
                  <a:schemeClr val="dk1"/>
                </a:solidFill>
                <a:latin typeface="Inter"/>
                <a:ea typeface="Inter"/>
                <a:cs typeface="Inter"/>
                <a:sym typeface="Inter"/>
              </a:rPr>
              <a:t>assessment, and where to put resources. While the data does not include detailed call types or precise geographical information, it still provides valuable insight into overall workload distribution.</a:t>
            </a:r>
            <a:endParaRPr>
              <a:solidFill>
                <a:schemeClr val="dk1"/>
              </a:solidFill>
              <a:latin typeface="Inter"/>
              <a:ea typeface="Inter"/>
              <a:cs typeface="Inter"/>
              <a:sym typeface="Inter"/>
            </a:endParaRPr>
          </a:p>
        </p:txBody>
      </p:sp>
    </p:spTree>
  </p:cSld>
  <p:clrMapOvr>
    <a:masterClrMapping/>
  </p:clrMapOvr>
</p:sld>
</file>

<file path=ppt/theme/theme1.xml><?xml version="1.0" encoding="utf-8"?>
<a:theme xmlns:a="http://schemas.openxmlformats.org/drawingml/2006/main" xmlns:r="http://schemas.openxmlformats.org/officeDocument/2006/relationships" name="Dark Particles">
  <a:themeElements>
    <a:clrScheme name="Simple Light">
      <a:dk1>
        <a:srgbClr val="000000"/>
      </a:dk1>
      <a:lt1>
        <a:srgbClr val="FFFFFF"/>
      </a:lt1>
      <a:dk2>
        <a:srgbClr val="F5F5F5"/>
      </a:dk2>
      <a:lt2>
        <a:srgbClr val="323232"/>
      </a:lt2>
      <a:accent1>
        <a:srgbClr val="434343"/>
      </a:accent1>
      <a:accent2>
        <a:srgbClr val="252525"/>
      </a:accent2>
      <a:accent3>
        <a:srgbClr val="DEFF9A"/>
      </a:accent3>
      <a:accent4>
        <a:srgbClr val="DAFFDE"/>
      </a:accent4>
      <a:accent5>
        <a:srgbClr val="4CDC8B"/>
      </a:accent5>
      <a:accent6>
        <a:srgbClr val="4C7FDC"/>
      </a:accent6>
      <a:hlink>
        <a:srgbClr val="18181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Project timeline/workflow presentation | Style 2 | Subway">
  <a:themeElements>
    <a:clrScheme name="Simple Light">
      <a:dk1>
        <a:srgbClr val="FAFAFA"/>
      </a:dk1>
      <a:lt1>
        <a:srgbClr val="000000"/>
      </a:lt1>
      <a:dk2>
        <a:srgbClr val="F0EEE2"/>
      </a:dk2>
      <a:lt2>
        <a:srgbClr val="B7B7B7"/>
      </a:lt2>
      <a:accent1>
        <a:srgbClr val="FFDD04"/>
      </a:accent1>
      <a:accent2>
        <a:srgbClr val="FFEE9B"/>
      </a:accent2>
      <a:accent3>
        <a:srgbClr val="2443FF"/>
      </a:accent3>
      <a:accent4>
        <a:srgbClr val="92A1FF"/>
      </a:accent4>
      <a:accent5>
        <a:srgbClr val="F8992B"/>
      </a:accent5>
      <a:accent6>
        <a:srgbClr val="FDCC9C"/>
      </a:accent6>
      <a:hlink>
        <a:srgbClr val="FF00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